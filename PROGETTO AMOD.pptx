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1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6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BF775-D9D6-4EC9-B851-DE80452AB108}" v="732" dt="2025-10-14T17:09:24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6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co barbatano" userId="a30de9d96b469717" providerId="LiveId" clId="{4F63C00E-392F-4A3A-B193-49E38ECF7114}"/>
    <pc:docChg chg="undo redo custSel addSld delSld modSld">
      <pc:chgData name="enrico barbatano" userId="a30de9d96b469717" providerId="LiveId" clId="{4F63C00E-392F-4A3A-B193-49E38ECF7114}" dt="2025-10-14T17:09:24.338" v="14772" actId="20577"/>
      <pc:docMkLst>
        <pc:docMk/>
      </pc:docMkLst>
      <pc:sldChg chg="modSp mod">
        <pc:chgData name="enrico barbatano" userId="a30de9d96b469717" providerId="LiveId" clId="{4F63C00E-392F-4A3A-B193-49E38ECF7114}" dt="2025-10-07T15:41:04.751" v="14595" actId="14100"/>
        <pc:sldMkLst>
          <pc:docMk/>
          <pc:sldMk cId="4050699978" sldId="256"/>
        </pc:sldMkLst>
        <pc:spChg chg="mod">
          <ac:chgData name="enrico barbatano" userId="a30de9d96b469717" providerId="LiveId" clId="{4F63C00E-392F-4A3A-B193-49E38ECF7114}" dt="2025-10-07T15:41:04.751" v="14595" actId="14100"/>
          <ac:spMkLst>
            <pc:docMk/>
            <pc:sldMk cId="4050699978" sldId="256"/>
            <ac:spMk id="3" creationId="{D3295CE2-CE89-91FB-F6ED-D65BB5A8058E}"/>
          </ac:spMkLst>
        </pc:spChg>
      </pc:sldChg>
      <pc:sldChg chg="modSp mod modTransition">
        <pc:chgData name="enrico barbatano" userId="a30de9d96b469717" providerId="LiveId" clId="{4F63C00E-392F-4A3A-B193-49E38ECF7114}" dt="2025-10-07T15:39:40.920" v="14546"/>
        <pc:sldMkLst>
          <pc:docMk/>
          <pc:sldMk cId="2015098925" sldId="257"/>
        </pc:sldMkLst>
        <pc:spChg chg="mod">
          <ac:chgData name="enrico barbatano" userId="a30de9d96b469717" providerId="LiveId" clId="{4F63C00E-392F-4A3A-B193-49E38ECF7114}" dt="2025-09-28T13:32:37.636" v="10769" actId="20577"/>
          <ac:spMkLst>
            <pc:docMk/>
            <pc:sldMk cId="2015098925" sldId="257"/>
            <ac:spMk id="3" creationId="{F3FAD52A-9884-8312-2B7F-8A54AD69DD2F}"/>
          </ac:spMkLst>
        </pc:spChg>
      </pc:sldChg>
      <pc:sldChg chg="delSp modSp mod modTransition">
        <pc:chgData name="enrico barbatano" userId="a30de9d96b469717" providerId="LiveId" clId="{4F63C00E-392F-4A3A-B193-49E38ECF7114}" dt="2025-10-07T15:39:43.358" v="14547"/>
        <pc:sldMkLst>
          <pc:docMk/>
          <pc:sldMk cId="3950955477" sldId="258"/>
        </pc:sldMkLst>
        <pc:spChg chg="mod">
          <ac:chgData name="enrico barbatano" userId="a30de9d96b469717" providerId="LiveId" clId="{4F63C00E-392F-4A3A-B193-49E38ECF7114}" dt="2025-10-07T15:09:14.872" v="13923" actId="20577"/>
          <ac:spMkLst>
            <pc:docMk/>
            <pc:sldMk cId="3950955477" sldId="258"/>
            <ac:spMk id="3" creationId="{1E513C8B-7508-6672-A57D-119467D63CD5}"/>
          </ac:spMkLst>
        </pc:spChg>
      </pc:sldChg>
      <pc:sldChg chg="modSp mod modTransition">
        <pc:chgData name="enrico barbatano" userId="a30de9d96b469717" providerId="LiveId" clId="{4F63C00E-392F-4A3A-B193-49E38ECF7114}" dt="2025-10-07T15:39:34.710" v="14545"/>
        <pc:sldMkLst>
          <pc:docMk/>
          <pc:sldMk cId="3313642823" sldId="259"/>
        </pc:sldMkLst>
        <pc:spChg chg="mod">
          <ac:chgData name="enrico barbatano" userId="a30de9d96b469717" providerId="LiveId" clId="{4F63C00E-392F-4A3A-B193-49E38ECF7114}" dt="2025-09-26T16:16:08.795" v="5610" actId="1076"/>
          <ac:spMkLst>
            <pc:docMk/>
            <pc:sldMk cId="3313642823" sldId="259"/>
            <ac:spMk id="2" creationId="{9EC0A15C-4A41-4C92-6728-16295A5FDAE7}"/>
          </ac:spMkLst>
        </pc:spChg>
        <pc:spChg chg="mod">
          <ac:chgData name="enrico barbatano" userId="a30de9d96b469717" providerId="LiveId" clId="{4F63C00E-392F-4A3A-B193-49E38ECF7114}" dt="2025-09-26T16:16:05.291" v="5609" actId="14100"/>
          <ac:spMkLst>
            <pc:docMk/>
            <pc:sldMk cId="3313642823" sldId="259"/>
            <ac:spMk id="3" creationId="{3BB866EE-A64E-70A5-8424-837E9837D66A}"/>
          </ac:spMkLst>
        </pc:spChg>
      </pc:sldChg>
      <pc:sldChg chg="addSp modSp new mod modTransition">
        <pc:chgData name="enrico barbatano" userId="a30de9d96b469717" providerId="LiveId" clId="{4F63C00E-392F-4A3A-B193-49E38ECF7114}" dt="2025-10-14T17:07:37.927" v="14727" actId="1076"/>
        <pc:sldMkLst>
          <pc:docMk/>
          <pc:sldMk cId="917772044" sldId="260"/>
        </pc:sldMkLst>
        <pc:spChg chg="mod">
          <ac:chgData name="enrico barbatano" userId="a30de9d96b469717" providerId="LiveId" clId="{4F63C00E-392F-4A3A-B193-49E38ECF7114}" dt="2025-09-21T14:13:14.935" v="47" actId="1076"/>
          <ac:spMkLst>
            <pc:docMk/>
            <pc:sldMk cId="917772044" sldId="260"/>
            <ac:spMk id="2" creationId="{1988C513-EC8B-E53F-E3A3-F0828FA18BA8}"/>
          </ac:spMkLst>
        </pc:spChg>
        <pc:spChg chg="mod">
          <ac:chgData name="enrico barbatano" userId="a30de9d96b469717" providerId="LiveId" clId="{4F63C00E-392F-4A3A-B193-49E38ECF7114}" dt="2025-09-21T14:56:59.553" v="1571" actId="14100"/>
          <ac:spMkLst>
            <pc:docMk/>
            <pc:sldMk cId="917772044" sldId="260"/>
            <ac:spMk id="3" creationId="{320A452A-9EC3-25C8-0CB8-ADD5D60AE541}"/>
          </ac:spMkLst>
        </pc:spChg>
        <pc:spChg chg="add mod">
          <ac:chgData name="enrico barbatano" userId="a30de9d96b469717" providerId="LiveId" clId="{4F63C00E-392F-4A3A-B193-49E38ECF7114}" dt="2025-09-21T14:58:52.056" v="1642" actId="1076"/>
          <ac:spMkLst>
            <pc:docMk/>
            <pc:sldMk cId="917772044" sldId="260"/>
            <ac:spMk id="4" creationId="{C650F026-8CBC-E24E-794C-4960AD203FE4}"/>
          </ac:spMkLst>
        </pc:spChg>
        <pc:picChg chg="add mod">
          <ac:chgData name="enrico barbatano" userId="a30de9d96b469717" providerId="LiveId" clId="{4F63C00E-392F-4A3A-B193-49E38ECF7114}" dt="2025-10-14T17:07:37.927" v="14727" actId="1076"/>
          <ac:picMkLst>
            <pc:docMk/>
            <pc:sldMk cId="917772044" sldId="260"/>
            <ac:picMk id="6" creationId="{D44D97F8-F49F-4D95-078F-77DC84B6CBC9}"/>
          </ac:picMkLst>
        </pc:picChg>
      </pc:sldChg>
      <pc:sldChg chg="addSp delSp modSp new mod modTransition">
        <pc:chgData name="enrico barbatano" userId="a30de9d96b469717" providerId="LiveId" clId="{4F63C00E-392F-4A3A-B193-49E38ECF7114}" dt="2025-10-07T15:39:48.950" v="14549"/>
        <pc:sldMkLst>
          <pc:docMk/>
          <pc:sldMk cId="2899374051" sldId="261"/>
        </pc:sldMkLst>
        <pc:spChg chg="mod">
          <ac:chgData name="enrico barbatano" userId="a30de9d96b469717" providerId="LiveId" clId="{4F63C00E-392F-4A3A-B193-49E38ECF7114}" dt="2025-09-21T14:57:09.791" v="1573" actId="14100"/>
          <ac:spMkLst>
            <pc:docMk/>
            <pc:sldMk cId="2899374051" sldId="261"/>
            <ac:spMk id="3" creationId="{53A1EBF3-DFBD-AF34-C320-9A0A7B89A748}"/>
          </ac:spMkLst>
        </pc:spChg>
        <pc:picChg chg="add mod">
          <ac:chgData name="enrico barbatano" userId="a30de9d96b469717" providerId="LiveId" clId="{4F63C00E-392F-4A3A-B193-49E38ECF7114}" dt="2025-09-21T14:57:14.866" v="1575" actId="14100"/>
          <ac:picMkLst>
            <pc:docMk/>
            <pc:sldMk cId="2899374051" sldId="261"/>
            <ac:picMk id="5" creationId="{03829BE4-0626-AA14-9647-D0FB0271011A}"/>
          </ac:picMkLst>
        </pc:picChg>
      </pc:sldChg>
      <pc:sldChg chg="new del">
        <pc:chgData name="enrico barbatano" userId="a30de9d96b469717" providerId="LiveId" clId="{4F63C00E-392F-4A3A-B193-49E38ECF7114}" dt="2025-09-21T14:57:39.028" v="1577" actId="2696"/>
        <pc:sldMkLst>
          <pc:docMk/>
          <pc:sldMk cId="1272302571" sldId="262"/>
        </pc:sldMkLst>
      </pc:sldChg>
      <pc:sldChg chg="modSp new mod modTransition">
        <pc:chgData name="enrico barbatano" userId="a30de9d96b469717" providerId="LiveId" clId="{4F63C00E-392F-4A3A-B193-49E38ECF7114}" dt="2025-10-07T15:39:51.531" v="14550"/>
        <pc:sldMkLst>
          <pc:docMk/>
          <pc:sldMk cId="3133598372" sldId="262"/>
        </pc:sldMkLst>
        <pc:spChg chg="mod">
          <ac:chgData name="enrico barbatano" userId="a30de9d96b469717" providerId="LiveId" clId="{4F63C00E-392F-4A3A-B193-49E38ECF7114}" dt="2025-09-21T14:59:04.323" v="1645" actId="1076"/>
          <ac:spMkLst>
            <pc:docMk/>
            <pc:sldMk cId="3133598372" sldId="262"/>
            <ac:spMk id="2" creationId="{CB70ED09-6B47-AF7F-9BA8-E7253D268685}"/>
          </ac:spMkLst>
        </pc:spChg>
        <pc:spChg chg="mod">
          <ac:chgData name="enrico barbatano" userId="a30de9d96b469717" providerId="LiveId" clId="{4F63C00E-392F-4A3A-B193-49E38ECF7114}" dt="2025-10-07T15:12:09.198" v="13966" actId="20577"/>
          <ac:spMkLst>
            <pc:docMk/>
            <pc:sldMk cId="3133598372" sldId="262"/>
            <ac:spMk id="3" creationId="{7750A88E-7772-BAD6-7056-ADF7E2566080}"/>
          </ac:spMkLst>
        </pc:spChg>
      </pc:sldChg>
      <pc:sldChg chg="modSp new mod modTransition">
        <pc:chgData name="enrico barbatano" userId="a30de9d96b469717" providerId="LiveId" clId="{4F63C00E-392F-4A3A-B193-49E38ECF7114}" dt="2025-10-07T15:39:53.163" v="14551"/>
        <pc:sldMkLst>
          <pc:docMk/>
          <pc:sldMk cId="635749771" sldId="263"/>
        </pc:sldMkLst>
        <pc:spChg chg="mod">
          <ac:chgData name="enrico barbatano" userId="a30de9d96b469717" providerId="LiveId" clId="{4F63C00E-392F-4A3A-B193-49E38ECF7114}" dt="2025-10-07T15:17:36.298" v="14130" actId="20577"/>
          <ac:spMkLst>
            <pc:docMk/>
            <pc:sldMk cId="635749771" sldId="263"/>
            <ac:spMk id="2" creationId="{6B84961D-FC9E-5743-C179-AF8BEB12DF46}"/>
          </ac:spMkLst>
        </pc:spChg>
        <pc:spChg chg="mod">
          <ac:chgData name="enrico barbatano" userId="a30de9d96b469717" providerId="LiveId" clId="{4F63C00E-392F-4A3A-B193-49E38ECF7114}" dt="2025-10-07T15:18:45.097" v="14211" actId="20577"/>
          <ac:spMkLst>
            <pc:docMk/>
            <pc:sldMk cId="635749771" sldId="263"/>
            <ac:spMk id="3" creationId="{1E75E29B-35C3-15BA-8BA0-B239704BFDBD}"/>
          </ac:spMkLst>
        </pc:spChg>
      </pc:sldChg>
      <pc:sldChg chg="addSp delSp modSp new mod modTransition">
        <pc:chgData name="enrico barbatano" userId="a30de9d96b469717" providerId="LiveId" clId="{4F63C00E-392F-4A3A-B193-49E38ECF7114}" dt="2025-10-14T17:02:31.840" v="14657" actId="20577"/>
        <pc:sldMkLst>
          <pc:docMk/>
          <pc:sldMk cId="3634824584" sldId="264"/>
        </pc:sldMkLst>
        <pc:spChg chg="mod">
          <ac:chgData name="enrico barbatano" userId="a30de9d96b469717" providerId="LiveId" clId="{4F63C00E-392F-4A3A-B193-49E38ECF7114}" dt="2025-09-26T15:32:46.365" v="3985" actId="1076"/>
          <ac:spMkLst>
            <pc:docMk/>
            <pc:sldMk cId="3634824584" sldId="264"/>
            <ac:spMk id="2" creationId="{E9A24787-C0B1-5F5E-C156-FCF0733AFA15}"/>
          </ac:spMkLst>
        </pc:spChg>
        <pc:spChg chg="mod">
          <ac:chgData name="enrico barbatano" userId="a30de9d96b469717" providerId="LiveId" clId="{4F63C00E-392F-4A3A-B193-49E38ECF7114}" dt="2025-10-14T17:02:31.840" v="14657" actId="20577"/>
          <ac:spMkLst>
            <pc:docMk/>
            <pc:sldMk cId="3634824584" sldId="264"/>
            <ac:spMk id="3" creationId="{C5A9D8FA-A208-C89A-170D-A72DD1C80B7F}"/>
          </ac:spMkLst>
        </pc:spChg>
        <pc:picChg chg="add del mod">
          <ac:chgData name="enrico barbatano" userId="a30de9d96b469717" providerId="LiveId" clId="{4F63C00E-392F-4A3A-B193-49E38ECF7114}" dt="2025-10-14T16:53:30.554" v="14640" actId="478"/>
          <ac:picMkLst>
            <pc:docMk/>
            <pc:sldMk cId="3634824584" sldId="264"/>
            <ac:picMk id="5" creationId="{5AD9370E-1C7D-3AEF-94CD-C31580150179}"/>
          </ac:picMkLst>
        </pc:picChg>
        <pc:picChg chg="add mod">
          <ac:chgData name="enrico barbatano" userId="a30de9d96b469717" providerId="LiveId" clId="{4F63C00E-392F-4A3A-B193-49E38ECF7114}" dt="2025-10-14T16:53:45.007" v="14645" actId="1076"/>
          <ac:picMkLst>
            <pc:docMk/>
            <pc:sldMk cId="3634824584" sldId="264"/>
            <ac:picMk id="6" creationId="{32536864-B99B-389F-9297-0834425F27D7}"/>
          </ac:picMkLst>
        </pc:picChg>
      </pc:sldChg>
      <pc:sldChg chg="addSp delSp modSp new mod modTransition">
        <pc:chgData name="enrico barbatano" userId="a30de9d96b469717" providerId="LiveId" clId="{4F63C00E-392F-4A3A-B193-49E38ECF7114}" dt="2025-10-14T17:09:24.338" v="14772" actId="20577"/>
        <pc:sldMkLst>
          <pc:docMk/>
          <pc:sldMk cId="3308249627" sldId="265"/>
        </pc:sldMkLst>
        <pc:spChg chg="mod">
          <ac:chgData name="enrico barbatano" userId="a30de9d96b469717" providerId="LiveId" clId="{4F63C00E-392F-4A3A-B193-49E38ECF7114}" dt="2025-09-26T17:21:10.056" v="6217" actId="20577"/>
          <ac:spMkLst>
            <pc:docMk/>
            <pc:sldMk cId="3308249627" sldId="265"/>
            <ac:spMk id="2" creationId="{65CF6BE7-9083-34E6-CB5E-8CF21ABE3BE0}"/>
          </ac:spMkLst>
        </pc:spChg>
        <pc:spChg chg="mod">
          <ac:chgData name="enrico barbatano" userId="a30de9d96b469717" providerId="LiveId" clId="{4F63C00E-392F-4A3A-B193-49E38ECF7114}" dt="2025-10-14T17:09:24.338" v="14772" actId="20577"/>
          <ac:spMkLst>
            <pc:docMk/>
            <pc:sldMk cId="3308249627" sldId="265"/>
            <ac:spMk id="3" creationId="{D2B7A907-3078-4B18-6E9F-118EC9277EC6}"/>
          </ac:spMkLst>
        </pc:spChg>
      </pc:sldChg>
      <pc:sldChg chg="addSp modSp new mod modTransition">
        <pc:chgData name="enrico barbatano" userId="a30de9d96b469717" providerId="LiveId" clId="{4F63C00E-392F-4A3A-B193-49E38ECF7114}" dt="2025-10-07T15:40:05.150" v="14556"/>
        <pc:sldMkLst>
          <pc:docMk/>
          <pc:sldMk cId="1729697820" sldId="266"/>
        </pc:sldMkLst>
        <pc:spChg chg="mod">
          <ac:chgData name="enrico barbatano" userId="a30de9d96b469717" providerId="LiveId" clId="{4F63C00E-392F-4A3A-B193-49E38ECF7114}" dt="2025-09-27T15:03:05.152" v="7153" actId="14100"/>
          <ac:spMkLst>
            <pc:docMk/>
            <pc:sldMk cId="1729697820" sldId="266"/>
            <ac:spMk id="2" creationId="{C54A6244-079A-C017-359F-5F875A65CF52}"/>
          </ac:spMkLst>
        </pc:spChg>
        <pc:spChg chg="mod">
          <ac:chgData name="enrico barbatano" userId="a30de9d96b469717" providerId="LiveId" clId="{4F63C00E-392F-4A3A-B193-49E38ECF7114}" dt="2025-09-28T13:37:26.558" v="10855" actId="20577"/>
          <ac:spMkLst>
            <pc:docMk/>
            <pc:sldMk cId="1729697820" sldId="266"/>
            <ac:spMk id="3" creationId="{F5AD01E6-9E41-EB47-C076-D6B5EB2B7045}"/>
          </ac:spMkLst>
        </pc:spChg>
        <pc:graphicFrameChg chg="add mod modGraphic">
          <ac:chgData name="enrico barbatano" userId="a30de9d96b469717" providerId="LiveId" clId="{4F63C00E-392F-4A3A-B193-49E38ECF7114}" dt="2025-10-07T13:32:38.416" v="12203" actId="1076"/>
          <ac:graphicFrameMkLst>
            <pc:docMk/>
            <pc:sldMk cId="1729697820" sldId="266"/>
            <ac:graphicFrameMk id="4" creationId="{1489F57C-DDF4-1DCF-E5FB-D4E8FB66A30B}"/>
          </ac:graphicFrameMkLst>
        </pc:graphicFrameChg>
      </pc:sldChg>
      <pc:sldChg chg="addSp delSp modSp new mod modTransition">
        <pc:chgData name="enrico barbatano" userId="a30de9d96b469717" providerId="LiveId" clId="{4F63C00E-392F-4A3A-B193-49E38ECF7114}" dt="2025-10-14T17:07:24.143" v="14726" actId="1076"/>
        <pc:sldMkLst>
          <pc:docMk/>
          <pc:sldMk cId="1603023023" sldId="267"/>
        </pc:sldMkLst>
        <pc:spChg chg="mod">
          <ac:chgData name="enrico barbatano" userId="a30de9d96b469717" providerId="LiveId" clId="{4F63C00E-392F-4A3A-B193-49E38ECF7114}" dt="2025-09-26T16:21:10.980" v="5659" actId="1076"/>
          <ac:spMkLst>
            <pc:docMk/>
            <pc:sldMk cId="1603023023" sldId="267"/>
            <ac:spMk id="2" creationId="{A715E526-037B-3BCD-F7E2-76001CB6A9C1}"/>
          </ac:spMkLst>
        </pc:spChg>
        <pc:spChg chg="mod">
          <ac:chgData name="enrico barbatano" userId="a30de9d96b469717" providerId="LiveId" clId="{4F63C00E-392F-4A3A-B193-49E38ECF7114}" dt="2025-10-14T16:51:34.556" v="14633" actId="20577"/>
          <ac:spMkLst>
            <pc:docMk/>
            <pc:sldMk cId="1603023023" sldId="267"/>
            <ac:spMk id="3" creationId="{3EEB6756-7C5D-9AD8-AA2B-3B1E4A0ECF3E}"/>
          </ac:spMkLst>
        </pc:spChg>
        <pc:spChg chg="add mod">
          <ac:chgData name="enrico barbatano" userId="a30de9d96b469717" providerId="LiveId" clId="{4F63C00E-392F-4A3A-B193-49E38ECF7114}" dt="2025-10-14T16:52:13.748" v="14639" actId="1076"/>
          <ac:spMkLst>
            <pc:docMk/>
            <pc:sldMk cId="1603023023" sldId="267"/>
            <ac:spMk id="10" creationId="{47ABD4CE-172D-0A4C-EE10-ADC7B3E3E530}"/>
          </ac:spMkLst>
        </pc:spChg>
        <pc:spChg chg="add mod">
          <ac:chgData name="enrico barbatano" userId="a30de9d96b469717" providerId="LiveId" clId="{4F63C00E-392F-4A3A-B193-49E38ECF7114}" dt="2025-10-14T16:52:06.111" v="14637" actId="1076"/>
          <ac:spMkLst>
            <pc:docMk/>
            <pc:sldMk cId="1603023023" sldId="267"/>
            <ac:spMk id="11" creationId="{6099B86B-3E25-7E75-E8CD-24FD2DB1FB32}"/>
          </ac:spMkLst>
        </pc:spChg>
        <pc:spChg chg="add del mod">
          <ac:chgData name="enrico barbatano" userId="a30de9d96b469717" providerId="LiveId" clId="{4F63C00E-392F-4A3A-B193-49E38ECF7114}" dt="2025-10-14T16:50:57.468" v="14597" actId="478"/>
          <ac:spMkLst>
            <pc:docMk/>
            <pc:sldMk cId="1603023023" sldId="267"/>
            <ac:spMk id="12" creationId="{3942E84D-02E8-C7D1-A1BA-2494EFFF5255}"/>
          </ac:spMkLst>
        </pc:spChg>
        <pc:picChg chg="add mod">
          <ac:chgData name="enrico barbatano" userId="a30de9d96b469717" providerId="LiveId" clId="{4F63C00E-392F-4A3A-B193-49E38ECF7114}" dt="2025-10-14T17:07:24.143" v="14726" actId="1076"/>
          <ac:picMkLst>
            <pc:docMk/>
            <pc:sldMk cId="1603023023" sldId="267"/>
            <ac:picMk id="5" creationId="{13C9A37C-B02E-8B1B-2127-775D10ED7A24}"/>
          </ac:picMkLst>
        </pc:picChg>
        <pc:picChg chg="add mod">
          <ac:chgData name="enrico barbatano" userId="a30de9d96b469717" providerId="LiveId" clId="{4F63C00E-392F-4A3A-B193-49E38ECF7114}" dt="2025-10-14T17:07:19.400" v="14724" actId="1076"/>
          <ac:picMkLst>
            <pc:docMk/>
            <pc:sldMk cId="1603023023" sldId="267"/>
            <ac:picMk id="6" creationId="{226B1621-03BE-433A-B2FE-2C58B75B09A9}"/>
          </ac:picMkLst>
        </pc:picChg>
        <pc:picChg chg="add del mod">
          <ac:chgData name="enrico barbatano" userId="a30de9d96b469717" providerId="LiveId" clId="{4F63C00E-392F-4A3A-B193-49E38ECF7114}" dt="2025-10-14T16:50:52.803" v="14596" actId="478"/>
          <ac:picMkLst>
            <pc:docMk/>
            <pc:sldMk cId="1603023023" sldId="267"/>
            <ac:picMk id="7" creationId="{10DBFA2D-5B7F-82C3-2F59-82E64B238F5E}"/>
          </ac:picMkLst>
        </pc:picChg>
        <pc:picChg chg="add mod">
          <ac:chgData name="enrico barbatano" userId="a30de9d96b469717" providerId="LiveId" clId="{4F63C00E-392F-4A3A-B193-49E38ECF7114}" dt="2025-10-14T17:06:21.615" v="14720" actId="14100"/>
          <ac:picMkLst>
            <pc:docMk/>
            <pc:sldMk cId="1603023023" sldId="267"/>
            <ac:picMk id="9" creationId="{84802618-6E85-5591-4936-F849DE16F636}"/>
          </ac:picMkLst>
        </pc:picChg>
      </pc:sldChg>
      <pc:sldChg chg="addSp modSp new mod modTransition">
        <pc:chgData name="enrico barbatano" userId="a30de9d96b469717" providerId="LiveId" clId="{4F63C00E-392F-4A3A-B193-49E38ECF7114}" dt="2025-10-14T17:09:05.143" v="14769" actId="1076"/>
        <pc:sldMkLst>
          <pc:docMk/>
          <pc:sldMk cId="1359077376" sldId="268"/>
        </pc:sldMkLst>
        <pc:spChg chg="mod">
          <ac:chgData name="enrico barbatano" userId="a30de9d96b469717" providerId="LiveId" clId="{4F63C00E-392F-4A3A-B193-49E38ECF7114}" dt="2025-09-26T16:33:27.546" v="6212" actId="1076"/>
          <ac:spMkLst>
            <pc:docMk/>
            <pc:sldMk cId="1359077376" sldId="268"/>
            <ac:spMk id="2" creationId="{6B0E0062-FD5A-3173-7159-2473072CDAF5}"/>
          </ac:spMkLst>
        </pc:spChg>
        <pc:spChg chg="mod">
          <ac:chgData name="enrico barbatano" userId="a30de9d96b469717" providerId="LiveId" clId="{4F63C00E-392F-4A3A-B193-49E38ECF7114}" dt="2025-10-14T17:08:27.131" v="14760" actId="20577"/>
          <ac:spMkLst>
            <pc:docMk/>
            <pc:sldMk cId="1359077376" sldId="268"/>
            <ac:spMk id="3" creationId="{63A83DF5-AA5C-7B32-DF52-D05A7487484C}"/>
          </ac:spMkLst>
        </pc:spChg>
        <pc:spChg chg="add mod">
          <ac:chgData name="enrico barbatano" userId="a30de9d96b469717" providerId="LiveId" clId="{4F63C00E-392F-4A3A-B193-49E38ECF7114}" dt="2025-09-27T14:42:47.001" v="6730" actId="1076"/>
          <ac:spMkLst>
            <pc:docMk/>
            <pc:sldMk cId="1359077376" sldId="268"/>
            <ac:spMk id="4" creationId="{F3426346-7487-2A28-66EF-04D1B4E1955B}"/>
          </ac:spMkLst>
        </pc:spChg>
        <pc:spChg chg="add mod">
          <ac:chgData name="enrico barbatano" userId="a30de9d96b469717" providerId="LiveId" clId="{4F63C00E-392F-4A3A-B193-49E38ECF7114}" dt="2025-09-27T14:42:50.985" v="6731" actId="1076"/>
          <ac:spMkLst>
            <pc:docMk/>
            <pc:sldMk cId="1359077376" sldId="268"/>
            <ac:spMk id="5" creationId="{866603BD-DA7E-F2AD-4F0B-9E78330E3CAF}"/>
          </ac:spMkLst>
        </pc:spChg>
        <pc:spChg chg="add mod">
          <ac:chgData name="enrico barbatano" userId="a30de9d96b469717" providerId="LiveId" clId="{4F63C00E-392F-4A3A-B193-49E38ECF7114}" dt="2025-10-14T17:09:01.479" v="14768" actId="1076"/>
          <ac:spMkLst>
            <pc:docMk/>
            <pc:sldMk cId="1359077376" sldId="268"/>
            <ac:spMk id="6" creationId="{A5DD76C6-FD46-C1D8-CDD0-D6F00350A94E}"/>
          </ac:spMkLst>
        </pc:spChg>
        <pc:spChg chg="add mod">
          <ac:chgData name="enrico barbatano" userId="a30de9d96b469717" providerId="LiveId" clId="{4F63C00E-392F-4A3A-B193-49E38ECF7114}" dt="2025-10-14T17:09:05.143" v="14769" actId="1076"/>
          <ac:spMkLst>
            <pc:docMk/>
            <pc:sldMk cId="1359077376" sldId="268"/>
            <ac:spMk id="7" creationId="{E062FF42-BA33-4C32-7CDC-B52B7EE3CF0B}"/>
          </ac:spMkLst>
        </pc:spChg>
        <pc:spChg chg="add mod">
          <ac:chgData name="enrico barbatano" userId="a30de9d96b469717" providerId="LiveId" clId="{4F63C00E-392F-4A3A-B193-49E38ECF7114}" dt="2025-10-14T17:08:58.304" v="14767" actId="1076"/>
          <ac:spMkLst>
            <pc:docMk/>
            <pc:sldMk cId="1359077376" sldId="268"/>
            <ac:spMk id="8" creationId="{68774814-F956-8279-F849-37975DB3F002}"/>
          </ac:spMkLst>
        </pc:spChg>
      </pc:sldChg>
      <pc:sldChg chg="addSp delSp modSp new mod modTransition setBg">
        <pc:chgData name="enrico barbatano" userId="a30de9d96b469717" providerId="LiveId" clId="{4F63C00E-392F-4A3A-B193-49E38ECF7114}" dt="2025-10-07T15:40:06.738" v="14557"/>
        <pc:sldMkLst>
          <pc:docMk/>
          <pc:sldMk cId="4108918173" sldId="269"/>
        </pc:sldMkLst>
        <pc:spChg chg="mod">
          <ac:chgData name="enrico barbatano" userId="a30de9d96b469717" providerId="LiveId" clId="{4F63C00E-392F-4A3A-B193-49E38ECF7114}" dt="2025-10-02T12:35:03.259" v="11228" actId="1076"/>
          <ac:spMkLst>
            <pc:docMk/>
            <pc:sldMk cId="4108918173" sldId="269"/>
            <ac:spMk id="2" creationId="{F50C3ADF-7FB8-4783-4210-769F7F307826}"/>
          </ac:spMkLst>
        </pc:spChg>
        <pc:picChg chg="add mod">
          <ac:chgData name="enrico barbatano" userId="a30de9d96b469717" providerId="LiveId" clId="{4F63C00E-392F-4A3A-B193-49E38ECF7114}" dt="2025-10-07T13:33:45.243" v="12216" actId="1076"/>
          <ac:picMkLst>
            <pc:docMk/>
            <pc:sldMk cId="4108918173" sldId="269"/>
            <ac:picMk id="4" creationId="{28FB660B-4188-3CB1-038E-FBFB725D3E88}"/>
          </ac:picMkLst>
        </pc:picChg>
      </pc:sldChg>
      <pc:sldChg chg="addSp delSp modSp new mod modTransition setBg">
        <pc:chgData name="enrico barbatano" userId="a30de9d96b469717" providerId="LiveId" clId="{4F63C00E-392F-4A3A-B193-49E38ECF7114}" dt="2025-10-07T15:40:09.068" v="14558"/>
        <pc:sldMkLst>
          <pc:docMk/>
          <pc:sldMk cId="1990446641" sldId="270"/>
        </pc:sldMkLst>
        <pc:picChg chg="add mod">
          <ac:chgData name="enrico barbatano" userId="a30de9d96b469717" providerId="LiveId" clId="{4F63C00E-392F-4A3A-B193-49E38ECF7114}" dt="2025-10-07T13:33:54.137" v="12221" actId="1076"/>
          <ac:picMkLst>
            <pc:docMk/>
            <pc:sldMk cId="1990446641" sldId="270"/>
            <ac:picMk id="3" creationId="{344176BA-6AE5-2348-CCD5-9BD51B1C4F33}"/>
          </ac:picMkLst>
        </pc:picChg>
      </pc:sldChg>
      <pc:sldChg chg="addSp delSp modSp new mod modTransition">
        <pc:chgData name="enrico barbatano" userId="a30de9d96b469717" providerId="LiveId" clId="{4F63C00E-392F-4A3A-B193-49E38ECF7114}" dt="2025-10-07T15:40:11.188" v="14559"/>
        <pc:sldMkLst>
          <pc:docMk/>
          <pc:sldMk cId="291891740" sldId="271"/>
        </pc:sldMkLst>
        <pc:picChg chg="add mod">
          <ac:chgData name="enrico barbatano" userId="a30de9d96b469717" providerId="LiveId" clId="{4F63C00E-392F-4A3A-B193-49E38ECF7114}" dt="2025-10-07T13:34:05.863" v="12226" actId="1076"/>
          <ac:picMkLst>
            <pc:docMk/>
            <pc:sldMk cId="291891740" sldId="271"/>
            <ac:picMk id="4" creationId="{4F32D5EF-15C0-9507-B4EB-33578203A055}"/>
          </ac:picMkLst>
        </pc:picChg>
      </pc:sldChg>
      <pc:sldChg chg="addSp delSp modSp new mod modTransition">
        <pc:chgData name="enrico barbatano" userId="a30de9d96b469717" providerId="LiveId" clId="{4F63C00E-392F-4A3A-B193-49E38ECF7114}" dt="2025-10-07T15:40:13.417" v="14560"/>
        <pc:sldMkLst>
          <pc:docMk/>
          <pc:sldMk cId="3273419553" sldId="272"/>
        </pc:sldMkLst>
        <pc:picChg chg="add mod">
          <ac:chgData name="enrico barbatano" userId="a30de9d96b469717" providerId="LiveId" clId="{4F63C00E-392F-4A3A-B193-49E38ECF7114}" dt="2025-10-07T13:34:17.154" v="12231" actId="1076"/>
          <ac:picMkLst>
            <pc:docMk/>
            <pc:sldMk cId="3273419553" sldId="272"/>
            <ac:picMk id="6" creationId="{4FE81342-6A06-79FD-DA53-A4FEBB462827}"/>
          </ac:picMkLst>
        </pc:picChg>
      </pc:sldChg>
      <pc:sldChg chg="modSp new mod modTransition">
        <pc:chgData name="enrico barbatano" userId="a30de9d96b469717" providerId="LiveId" clId="{4F63C00E-392F-4A3A-B193-49E38ECF7114}" dt="2025-10-07T15:40:15.268" v="14561"/>
        <pc:sldMkLst>
          <pc:docMk/>
          <pc:sldMk cId="3173870546" sldId="273"/>
        </pc:sldMkLst>
        <pc:spChg chg="mod">
          <ac:chgData name="enrico barbatano" userId="a30de9d96b469717" providerId="LiveId" clId="{4F63C00E-392F-4A3A-B193-49E38ECF7114}" dt="2025-09-27T15:13:07.482" v="7351" actId="1076"/>
          <ac:spMkLst>
            <pc:docMk/>
            <pc:sldMk cId="3173870546" sldId="273"/>
            <ac:spMk id="2" creationId="{D05D7571-7CC9-C479-083B-FF437B059F77}"/>
          </ac:spMkLst>
        </pc:spChg>
        <pc:spChg chg="mod">
          <ac:chgData name="enrico barbatano" userId="a30de9d96b469717" providerId="LiveId" clId="{4F63C00E-392F-4A3A-B193-49E38ECF7114}" dt="2025-10-07T13:46:33.009" v="12672" actId="20577"/>
          <ac:spMkLst>
            <pc:docMk/>
            <pc:sldMk cId="3173870546" sldId="273"/>
            <ac:spMk id="3" creationId="{A88E75D1-CA7D-A375-8D81-4870D89F8B28}"/>
          </ac:spMkLst>
        </pc:spChg>
      </pc:sldChg>
      <pc:sldChg chg="delSp modSp new mod modTransition">
        <pc:chgData name="enrico barbatano" userId="a30de9d96b469717" providerId="LiveId" clId="{4F63C00E-392F-4A3A-B193-49E38ECF7114}" dt="2025-10-07T15:40:16.880" v="14562"/>
        <pc:sldMkLst>
          <pc:docMk/>
          <pc:sldMk cId="33143112" sldId="274"/>
        </pc:sldMkLst>
        <pc:spChg chg="mod">
          <ac:chgData name="enrico barbatano" userId="a30de9d96b469717" providerId="LiveId" clId="{4F63C00E-392F-4A3A-B193-49E38ECF7114}" dt="2025-10-07T14:06:08.151" v="13862" actId="20577"/>
          <ac:spMkLst>
            <pc:docMk/>
            <pc:sldMk cId="33143112" sldId="274"/>
            <ac:spMk id="3" creationId="{A56790C3-8704-CCE3-BC89-214288BCFEE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ADDF55-7B37-4A86-B19B-C30EB0722971}" type="datetimeFigureOut">
              <a:rPr lang="it-IT" smtClean="0"/>
              <a:t>14/10/2025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997B49-4F95-4720-B272-012277D61A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471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9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161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9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3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7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0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4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67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7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74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71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comopt.ifi.uni-heidelberg.de/software/TSPLIB95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41B9097-198D-6108-E25C-448157212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r>
              <a:rPr lang="it-IT" dirty="0"/>
              <a:t>PROGETTO AMOD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3295CE2-CE89-91FB-F6ED-D65BB5A80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743" y="3787259"/>
            <a:ext cx="5165158" cy="3411339"/>
          </a:xfrm>
        </p:spPr>
        <p:txBody>
          <a:bodyPr>
            <a:normAutofit/>
          </a:bodyPr>
          <a:lstStyle/>
          <a:p>
            <a:r>
              <a:rPr lang="it-IT" dirty="0"/>
              <a:t>Confronto tra approccio esatto ed euristico per la massimizzazione del costo nei tour TSP</a:t>
            </a:r>
          </a:p>
          <a:p>
            <a:endParaRPr lang="it-IT" dirty="0"/>
          </a:p>
          <a:p>
            <a:r>
              <a:rPr lang="it-IT" dirty="0"/>
              <a:t>Barbatano enrico</a:t>
            </a:r>
          </a:p>
          <a:p>
            <a:endParaRPr lang="it-IT" dirty="0"/>
          </a:p>
          <a:p>
            <a:endParaRPr lang="it-IT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C055D71-D080-7B06-B0AD-C0FA5056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326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9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C0A15C-4A41-4C92-6728-16295A5F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50" y="353568"/>
            <a:ext cx="10890929" cy="1097280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INDICE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B866EE-A64E-70A5-8424-837E9837D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78857"/>
            <a:ext cx="4245187" cy="4920343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3200" dirty="0"/>
              <a:t>INTRODUZIONE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3200" dirty="0"/>
              <a:t>METODOLOGIA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3200" dirty="0"/>
              <a:t>IMPLEMENTAZIONE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3200" dirty="0"/>
              <a:t>RISULTATI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3200" dirty="0"/>
              <a:t>CONCLUSIONI</a:t>
            </a:r>
          </a:p>
          <a:p>
            <a:pPr marL="0" indent="0">
              <a:buNone/>
            </a:pPr>
            <a:endParaRPr lang="it-IT" sz="3200" dirty="0"/>
          </a:p>
          <a:p>
            <a:pPr marL="0" indent="0">
              <a:buNone/>
            </a:pP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331364282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AFFC75-6AEB-1706-B328-790F6D761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58" y="212892"/>
            <a:ext cx="10890929" cy="1097280"/>
          </a:xfrm>
        </p:spPr>
        <p:txBody>
          <a:bodyPr>
            <a:normAutofit/>
          </a:bodyPr>
          <a:lstStyle/>
          <a:p>
            <a:pPr algn="ctr"/>
            <a:r>
              <a:rPr lang="it-IT" sz="4400" dirty="0"/>
              <a:t>1. INTRODUZIONE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FAD52A-9884-8312-2B7F-8A54AD69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1202788"/>
            <a:ext cx="10890928" cy="54423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sz="2400" b="1" dirty="0"/>
              <a:t>1.1 DEFINIZIONE DEL PROBLEMA TSP</a:t>
            </a:r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r>
              <a:rPr lang="it-IT" sz="2100" dirty="0"/>
              <a:t>Il problema TSP (</a:t>
            </a:r>
            <a:r>
              <a:rPr lang="it-IT" sz="2100" b="1" dirty="0" err="1"/>
              <a:t>travelling</a:t>
            </a:r>
            <a:r>
              <a:rPr lang="it-IT" sz="2100" b="1" dirty="0"/>
              <a:t> salesman </a:t>
            </a:r>
            <a:r>
              <a:rPr lang="it-IT" sz="2100" b="1" dirty="0" err="1"/>
              <a:t>problem</a:t>
            </a:r>
            <a:r>
              <a:rPr lang="it-IT" sz="2100" dirty="0"/>
              <a:t>) è uno dei problemi più studiati nell’ambito dell’ottimizzazione discreta</a:t>
            </a:r>
            <a:r>
              <a:rPr lang="it-IT" sz="2100" dirty="0">
                <a:latin typeface="+mj-lt"/>
              </a:rPr>
              <a:t>.</a:t>
            </a:r>
          </a:p>
          <a:p>
            <a:pPr marL="0" indent="0">
              <a:buNone/>
            </a:pPr>
            <a:r>
              <a:rPr lang="it-IT" sz="2100" dirty="0">
                <a:latin typeface="+mj-lt"/>
              </a:rPr>
              <a:t>Un commesso viaggiatore deve visitare un insieme di città, passando una sola volta per ciascuna di esse tornando al punto di partenza</a:t>
            </a:r>
            <a:r>
              <a:rPr lang="it-IT" sz="2100" b="1" dirty="0">
                <a:latin typeface="+mj-lt"/>
              </a:rPr>
              <a:t>. L’obiettivo sta nel fatto di trovare il percorso migliore, ciò quello che ha costo minimo</a:t>
            </a:r>
            <a:r>
              <a:rPr lang="it-IT" sz="2100" dirty="0">
                <a:latin typeface="+mj-lt"/>
              </a:rPr>
              <a:t> (in termini di una certa metrica come tempo, distanza, etc.).</a:t>
            </a:r>
          </a:p>
          <a:p>
            <a:pPr marL="0" indent="0">
              <a:buNone/>
            </a:pPr>
            <a:r>
              <a:rPr lang="it-IT" sz="2100" dirty="0">
                <a:latin typeface="+mj-lt"/>
              </a:rPr>
              <a:t>Questo problema non è solo teorico ma ha moltissime applicazioni pratiche, ad esempio:</a:t>
            </a:r>
          </a:p>
          <a:p>
            <a:r>
              <a:rPr lang="it-IT" sz="2100" dirty="0">
                <a:latin typeface="+mj-lt"/>
              </a:rPr>
              <a:t>Ottimizzazione logistica (corrieri).</a:t>
            </a:r>
          </a:p>
          <a:p>
            <a:r>
              <a:rPr lang="it-IT" sz="2100" dirty="0">
                <a:latin typeface="+mj-lt"/>
              </a:rPr>
              <a:t>Pianificazione di itinerari.</a:t>
            </a:r>
          </a:p>
          <a:p>
            <a:r>
              <a:rPr lang="it-IT" sz="2100" dirty="0">
                <a:latin typeface="+mj-lt"/>
              </a:rPr>
              <a:t>Ottimizzazioni di reti.</a:t>
            </a:r>
          </a:p>
          <a:p>
            <a:pPr marL="0" indent="0">
              <a:buNone/>
            </a:pPr>
            <a:r>
              <a:rPr lang="it-IT" sz="2100" dirty="0">
                <a:latin typeface="+mj-lt"/>
              </a:rPr>
              <a:t>Nonostante la sua formulazione sembri cosi semplice, </a:t>
            </a:r>
            <a:r>
              <a:rPr lang="it-IT" sz="2100" b="1" dirty="0">
                <a:latin typeface="+mj-lt"/>
              </a:rPr>
              <a:t>il TSP è un problema NP-hard, quindi non esiste un algoritmo noto in grado di risolverlo esattamente in tempi ragionevoli</a:t>
            </a:r>
            <a:r>
              <a:rPr lang="it-IT" sz="2100" dirty="0">
                <a:latin typeface="+mj-lt"/>
              </a:rPr>
              <a:t>.</a:t>
            </a:r>
          </a:p>
          <a:p>
            <a:pPr marL="0" indent="0">
              <a:buNone/>
            </a:pPr>
            <a:r>
              <a:rPr lang="it-IT" sz="2100" dirty="0">
                <a:latin typeface="+mj-lt"/>
              </a:rPr>
              <a:t>Per questo motivo spesso si ricorre a metodi euristici o approssimati per trovare una soluzione ‘’buona’’ In tempi ragionevoli.</a:t>
            </a:r>
          </a:p>
        </p:txBody>
      </p:sp>
    </p:spTree>
    <p:extLst>
      <p:ext uri="{BB962C8B-B14F-4D97-AF65-F5344CB8AC3E}">
        <p14:creationId xmlns:p14="http://schemas.microsoft.com/office/powerpoint/2010/main" val="201509892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513C8B-7508-6672-A57D-119467D63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175" y="1277581"/>
            <a:ext cx="11342173" cy="4302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latin typeface="+mj-lt"/>
              </a:rPr>
              <a:t>1.2  OBIETTIVI DEL PROGETTO</a:t>
            </a:r>
          </a:p>
          <a:p>
            <a:pPr marL="0" indent="0">
              <a:buNone/>
            </a:pPr>
            <a:r>
              <a:rPr lang="it-IT" sz="1800" dirty="0">
                <a:latin typeface="+mj-lt"/>
              </a:rPr>
              <a:t>Nel presente elaborato il nostro obiettivo, non è quello di ricercare il percorso migliore (come i TSP generici), ma il percorso peggiore, quindi quello con costo massimo (max TSP).</a:t>
            </a:r>
          </a:p>
          <a:p>
            <a:pPr marL="0" indent="0">
              <a:buNone/>
            </a:pPr>
            <a:r>
              <a:rPr lang="it-IT" sz="1800" dirty="0">
                <a:latin typeface="+mj-lt"/>
              </a:rPr>
              <a:t>La risoluzione di questo particolare tipo di TSP sarà effettuata tramite due metodologie:</a:t>
            </a:r>
          </a:p>
          <a:p>
            <a:r>
              <a:rPr lang="it-IT" sz="1800" dirty="0">
                <a:latin typeface="+mj-lt"/>
              </a:rPr>
              <a:t>Modello AMPL.</a:t>
            </a:r>
          </a:p>
          <a:p>
            <a:r>
              <a:rPr lang="it-IT" sz="1800" dirty="0">
                <a:latin typeface="+mj-lt"/>
              </a:rPr>
              <a:t>Euristica scelta</a:t>
            </a:r>
          </a:p>
          <a:p>
            <a:pPr marL="0" indent="0">
              <a:buNone/>
            </a:pPr>
            <a:r>
              <a:rPr lang="it-IT" sz="1800" dirty="0">
                <a:latin typeface="+mj-lt"/>
              </a:rPr>
              <a:t>Andremo a confrontare queste due metodologie per la risoluzione del TSP, analizzandone le differenze in termini di prestazioni, costo computazionale, peso del modello e percorso stesso trovato.</a:t>
            </a:r>
          </a:p>
          <a:p>
            <a:pPr marL="0" indent="0">
              <a:buNone/>
            </a:pPr>
            <a:r>
              <a:rPr lang="it-IT" sz="1800" dirty="0">
                <a:latin typeface="+mj-lt"/>
              </a:rPr>
              <a:t>L’ esperimento verrà effettuato su istanze TSP di grandezza differente cosi da capire come cambia la ‘’bontà’’ delle metodologie scelte in funzione della grandezza dell’istanza stessa.</a:t>
            </a:r>
          </a:p>
        </p:txBody>
      </p:sp>
      <p:sp>
        <p:nvSpPr>
          <p:cNvPr id="5" name="CasellaDiTesto 4">
            <a:hlinkClick r:id="rId2"/>
            <a:extLst>
              <a:ext uri="{FF2B5EF4-FFF2-40B4-BE49-F238E27FC236}">
                <a16:creationId xmlns:a16="http://schemas.microsoft.com/office/drawing/2014/main" id="{529D1D32-8847-D1F3-2ABA-5E84CE579CF7}"/>
              </a:ext>
            </a:extLst>
          </p:cNvPr>
          <p:cNvSpPr txBox="1"/>
          <p:nvPr/>
        </p:nvSpPr>
        <p:spPr>
          <a:xfrm>
            <a:off x="583175" y="5767671"/>
            <a:ext cx="1102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Le istanze sono state prese dal sito: ‘’</a:t>
            </a:r>
            <a:r>
              <a:rPr lang="it-IT" dirty="0">
                <a:hlinkClick r:id="rId2"/>
              </a:rPr>
              <a:t> TSPLIB</a:t>
            </a:r>
            <a:r>
              <a:rPr lang="it-IT" sz="1600" dirty="0"/>
              <a:t>’’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5095547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88C513-EC8B-E53F-E3A3-F0828FA18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69" y="229381"/>
            <a:ext cx="10890929" cy="1097280"/>
          </a:xfrm>
        </p:spPr>
        <p:txBody>
          <a:bodyPr/>
          <a:lstStyle/>
          <a:p>
            <a:pPr algn="ctr"/>
            <a:r>
              <a:rPr lang="it-IT" dirty="0"/>
              <a:t>2. METODOLOGIA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20A452A-9EC3-25C8-0CB8-ADD5D60AE5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547" y="1544190"/>
                <a:ext cx="5014538" cy="52284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1800" dirty="0"/>
                  <a:t>L’obiettivo del modello descritto è quello di trovare un ciclo hamiltoniano che massimizzi il costo totale del tour. </a:t>
                </a:r>
              </a:p>
              <a:p>
                <a:pPr marL="0" indent="0">
                  <a:buNone/>
                </a:pPr>
                <a:r>
                  <a:rPr lang="it-IT" sz="1800" dirty="0"/>
                  <a:t>L’input è dato da un grafo </a:t>
                </a:r>
                <a:r>
                  <a:rPr lang="it-IT" sz="1800" b="1" dirty="0"/>
                  <a:t>G= (V,E) </a:t>
                </a:r>
                <a:r>
                  <a:rPr lang="it-IT" sz="1800" dirty="0"/>
                  <a:t>con n nodi, dove il costo sugli archi è simmetrico: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endParaRPr lang="it-IT" sz="1800" dirty="0"/>
              </a:p>
              <a:p>
                <a:pPr marL="0" indent="0">
                  <a:buNone/>
                </a:pPr>
                <a:r>
                  <a:rPr lang="it-IT" sz="1800" dirty="0"/>
                  <a:t>Rappresentiamo le nostre variabili decisionali 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it-IT" sz="1800" dirty="0"/>
                  <a:t> (se l’arco (</a:t>
                </a:r>
                <a:r>
                  <a:rPr lang="it-IT" sz="1800" dirty="0" err="1"/>
                  <a:t>i,j</a:t>
                </a:r>
                <a:r>
                  <a:rPr lang="it-IT" sz="1800" dirty="0"/>
                  <a:t>) è incluso nel ciclo), </a:t>
                </a:r>
                <a:r>
                  <a:rPr lang="it-IT" sz="1800" b="1" dirty="0"/>
                  <a:t>0</a:t>
                </a:r>
                <a:r>
                  <a:rPr lang="it-IT" sz="1800" dirty="0"/>
                  <a:t> altrimenti.</a:t>
                </a:r>
              </a:p>
              <a:p>
                <a:pPr marL="0" indent="0">
                  <a:buNone/>
                </a:pPr>
                <a:r>
                  <a:rPr lang="it-IT" sz="1800" dirty="0"/>
                  <a:t>Inoltre definiamo delle variabili ausiliarie che rappresentano la posizione del nodo del tour, e ci serviranno per il vincolo di eliminazione dei </a:t>
                </a:r>
                <a:r>
                  <a:rPr lang="it-IT" sz="1800" dirty="0" err="1"/>
                  <a:t>sottotour</a:t>
                </a:r>
                <a:r>
                  <a:rPr lang="it-IT" sz="1800" dirty="0"/>
                  <a:t>: </a:t>
                </a:r>
                <a14:m>
                  <m:oMath xmlns:m="http://schemas.openxmlformats.org/officeDocument/2006/math"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it-I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∈[0,</m:t>
                    </m:r>
                    <m:r>
                      <a:rPr lang="it-I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it-I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−1]</m:t>
                    </m:r>
                  </m:oMath>
                </a14:m>
                <a:endParaRPr lang="it-IT" sz="18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20A452A-9EC3-25C8-0CB8-ADD5D60AE5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547" y="1544190"/>
                <a:ext cx="5014538" cy="5228492"/>
              </a:xfrm>
              <a:blipFill>
                <a:blip r:embed="rId2"/>
                <a:stretch>
                  <a:fillRect l="-972" t="-1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C650F026-8CBC-E24E-794C-4960AD203FE4}"/>
              </a:ext>
            </a:extLst>
          </p:cNvPr>
          <p:cNvSpPr txBox="1"/>
          <p:nvPr/>
        </p:nvSpPr>
        <p:spPr>
          <a:xfrm>
            <a:off x="582802" y="1125845"/>
            <a:ext cx="11005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2.1 MODELLO AMPL</a:t>
            </a:r>
          </a:p>
          <a:p>
            <a:endParaRPr lang="it-IT" dirty="0"/>
          </a:p>
        </p:txBody>
      </p:sp>
      <p:pic>
        <p:nvPicPr>
          <p:cNvPr id="6" name="Immagine 5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D44D97F8-F49F-4D95-078F-77DC84B6C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733" y="2058078"/>
            <a:ext cx="5626368" cy="295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7204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3A1EBF3-DFBD-AF34-C320-9A0A7B89A7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6148" y="1176177"/>
                <a:ext cx="6099385" cy="519006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 dirty="0"/>
                  <a:t>Definiamo quindi, la funzione obiettivo e i vincoli:</a:t>
                </a:r>
              </a:p>
              <a:p>
                <a:r>
                  <a:rPr lang="it-IT" dirty="0"/>
                  <a:t>Funzione Obiettivo: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it-IT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sub>
                          <m:sup/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endParaRPr lang="it-IT" dirty="0"/>
              </a:p>
              <a:p>
                <a:r>
                  <a:rPr lang="it-IT" dirty="0"/>
                  <a:t>Vincolo di flusso uscente: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m:rPr>
                            <m:nor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m:rPr>
                            <m:nor/>
                          </m:rPr>
                          <a:rPr lang="it-IT"/>
                          <m:t>∀</m:t>
                        </m:r>
                        <m:r>
                          <m:rPr>
                            <m:nor/>
                          </m:rPr>
                          <a:rPr lang="it-IT" b="0" i="0" smtClean="0"/>
                          <m:t> </m:t>
                        </m:r>
                        <m:r>
                          <m:rPr>
                            <m:nor/>
                          </m:rPr>
                          <a:rPr lang="it-IT" b="0" i="0" smtClean="0"/>
                          <m:t>i</m:t>
                        </m:r>
                        <m:r>
                          <m:rPr>
                            <m:brk m:alnAt="7"/>
                          </m:r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nary>
                  </m:oMath>
                </a14:m>
                <a:r>
                  <a:rPr lang="it-IT" dirty="0"/>
                  <a:t>.</a:t>
                </a:r>
              </a:p>
              <a:p>
                <a:r>
                  <a:rPr lang="it-IT" dirty="0"/>
                  <a:t>Vincolo di flusso entrante: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i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m:rPr>
                            <m:nor/>
                          </m:rPr>
                          <a:rPr lang="it-IT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m:rPr>
                            <m:nor/>
                          </m:rPr>
                          <a:rPr lang="it-IT"/>
                          <m:t>∀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brk m:alnAt="7"/>
                          </m:r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nary>
                  </m:oMath>
                </a14:m>
                <a:r>
                  <a:rPr lang="it-IT" dirty="0"/>
                  <a:t>.</a:t>
                </a:r>
              </a:p>
              <a:p>
                <a:r>
                  <a:rPr lang="it-IT" dirty="0"/>
                  <a:t>Eliminazione dei </a:t>
                </a:r>
                <a:r>
                  <a:rPr lang="it-IT" dirty="0" err="1"/>
                  <a:t>sottotour</a:t>
                </a:r>
                <a:r>
                  <a:rPr lang="it-IT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−2   </m:t>
                    </m:r>
                    <m:r>
                      <m:rPr>
                        <m:nor/>
                      </m:rPr>
                      <a:rPr lang="it-IT"/>
                      <m:t>∀</m:t>
                    </m:r>
                    <m:r>
                      <m:rPr>
                        <m:nor/>
                      </m:rPr>
                      <a:rPr lang="it-IT" b="0" i="0" smtClean="0"/>
                      <m:t>i</m:t>
                    </m:r>
                    <m:r>
                      <m:rPr>
                        <m:nor/>
                      </m:rPr>
                      <a:rPr lang="it-IT" b="0" i="0" smtClean="0"/>
                      <m:t>,</m:t>
                    </m:r>
                    <m:r>
                      <m:rPr>
                        <m:nor/>
                      </m:rPr>
                      <a:rPr lang="it-IT" b="0" i="0" smtClean="0"/>
                      <m:t>j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≠1,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m:rPr>
                        <m:nor/>
                      </m:rPr>
                      <a:rPr lang="it-IT"/>
                      <m:t> </m:t>
                    </m:r>
                  </m:oMath>
                </a14:m>
                <a:endParaRPr lang="it-IT" dirty="0"/>
              </a:p>
              <a:p>
                <a:r>
                  <a:rPr lang="it-IT" dirty="0"/>
                  <a:t>Nodo di partenza (non cambia la bontà della soluzione ma evita l’esplorazione di stesse soluzioni ‘’traslate’’, quindi migliora il costo computazionale):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it-IT" dirty="0"/>
              </a:p>
              <a:p>
                <a:r>
                  <a:rPr lang="it-IT" dirty="0"/>
                  <a:t>Dominio: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Ζ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3A1EBF3-DFBD-AF34-C320-9A0A7B89A7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6148" y="1176177"/>
                <a:ext cx="6099385" cy="5190066"/>
              </a:xfrm>
              <a:blipFill>
                <a:blip r:embed="rId2"/>
                <a:stretch>
                  <a:fillRect l="-999" t="-23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3829BE4-0626-AA14-9647-D0FB02710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933" y="1871133"/>
            <a:ext cx="5657746" cy="381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7405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70ED09-6B47-AF7F-9BA8-E7253D268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59934"/>
            <a:ext cx="10890929" cy="1097280"/>
          </a:xfrm>
        </p:spPr>
        <p:txBody>
          <a:bodyPr>
            <a:normAutofit/>
          </a:bodyPr>
          <a:lstStyle/>
          <a:p>
            <a:r>
              <a:rPr lang="it-IT" sz="1800" dirty="0"/>
              <a:t>2.2 EURISTICA (MAX DIVERSITA + 2-OPT)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50A88E-7772-BAD6-7056-ADF7E2566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747" y="1574799"/>
            <a:ext cx="10890928" cy="5005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 dirty="0"/>
              <a:t>L’euristica proposta sceglie iterativamente i nodi che massimizzano la distanza media, quindi il tour parte dai due nodi più distanti e sceglie il nodo successivo da visitare in base a quello che ha la massima distanza media dagli altri</a:t>
            </a:r>
            <a:r>
              <a:rPr lang="it-IT" sz="1600" b="1" dirty="0"/>
              <a:t>.</a:t>
            </a:r>
          </a:p>
          <a:p>
            <a:pPr marL="0" indent="0">
              <a:buNone/>
            </a:pPr>
            <a:r>
              <a:rPr lang="it-IT" sz="1600" dirty="0"/>
              <a:t>Pseudocodice Algoritmo di base per la creazione del tour: </a:t>
            </a:r>
          </a:p>
          <a:p>
            <a:pPr marL="0" indent="0">
              <a:buNone/>
            </a:pPr>
            <a:r>
              <a:rPr lang="it-IT" sz="1600" b="1" i="1" dirty="0"/>
              <a:t>Algoritmo di Max Diversità(costo):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/>
              <a:t>Trova la coppia di nodi con costo dell’arco maggiore (</a:t>
            </a:r>
            <a:r>
              <a:rPr lang="it-IT" sz="1600" b="1" i="1" dirty="0" err="1"/>
              <a:t>i,j</a:t>
            </a:r>
            <a:r>
              <a:rPr lang="it-IT" sz="1600" b="1" i="1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/>
              <a:t>Inizializzo il tour = [</a:t>
            </a:r>
            <a:r>
              <a:rPr lang="it-IT" sz="1600" b="1" i="1" dirty="0" err="1"/>
              <a:t>i,j,i</a:t>
            </a:r>
            <a:r>
              <a:rPr lang="it-IT" sz="1600" b="1" i="1" dirty="0"/>
              <a:t>]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/>
              <a:t>Tolgo i nodi già scelti dall’insieme totale= V \ {</a:t>
            </a:r>
            <a:r>
              <a:rPr lang="it-IT" sz="1600" b="1" i="1" dirty="0" err="1"/>
              <a:t>i,j</a:t>
            </a:r>
            <a:r>
              <a:rPr lang="it-IT" sz="1600" b="1" i="1" dirty="0"/>
              <a:t>}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/>
              <a:t>Fino a quando l’insieme dei nodi è vuoto: </a:t>
            </a:r>
          </a:p>
          <a:p>
            <a:pPr lvl="1"/>
            <a:r>
              <a:rPr lang="it-IT" sz="1600" b="1" i="1" dirty="0"/>
              <a:t>Scelgo il nodo k con il massimo costo medio dal tour.</a:t>
            </a:r>
          </a:p>
          <a:p>
            <a:pPr lvl="1"/>
            <a:r>
              <a:rPr lang="it-IT" sz="1600" b="1" i="1" dirty="0"/>
              <a:t>Inserisco il nodo k nella posizione che massimizza l’incremento del costo totale del tour.</a:t>
            </a:r>
          </a:p>
          <a:p>
            <a:pPr lvl="1"/>
            <a:r>
              <a:rPr lang="it-IT" sz="1600" b="1" i="1" dirty="0"/>
              <a:t>Aggiorno il tour e l’insieme di nodi.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/>
              <a:t>Return tour completo.</a:t>
            </a:r>
          </a:p>
        </p:txBody>
      </p:sp>
    </p:spTree>
    <p:extLst>
      <p:ext uri="{BB962C8B-B14F-4D97-AF65-F5344CB8AC3E}">
        <p14:creationId xmlns:p14="http://schemas.microsoft.com/office/powerpoint/2010/main" val="313359837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84961D-FC9E-5743-C179-AF8BEB12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346" y="1126067"/>
            <a:ext cx="10890929" cy="1097280"/>
          </a:xfrm>
        </p:spPr>
        <p:txBody>
          <a:bodyPr>
            <a:normAutofit/>
          </a:bodyPr>
          <a:lstStyle/>
          <a:p>
            <a:r>
              <a:rPr lang="it-IT" sz="1600" b="0" dirty="0"/>
              <a:t>Dopo aver creato il tour di base possiamo andare a ottimizzarlo cercando connessioni più lunghe, per far ciò utilizziamo la tecnica 2-opt: essa consiste nel prendere 2 nodi del tour e invertire il segmento compreso tra quei due nodi andando a verificare se il costo è migliorato o meno.</a:t>
            </a:r>
            <a:br>
              <a:rPr lang="it-IT" sz="1600" b="0" dirty="0"/>
            </a:br>
            <a:endParaRPr lang="it-IT" sz="1600" b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75E29B-35C3-15BA-8BA0-B239704BF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347" y="2125134"/>
            <a:ext cx="10890928" cy="41506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1600" b="1" i="1" dirty="0"/>
              <a:t>Pseudocodice algoritmo 2-OPT (cost, tour):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/>
              <a:t>Best=tour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 err="1"/>
              <a:t>Improved</a:t>
            </a:r>
            <a:r>
              <a:rPr lang="it-IT" sz="1600" b="1" i="1" dirty="0"/>
              <a:t>=</a:t>
            </a:r>
            <a:r>
              <a:rPr lang="it-IT" sz="1600" b="1" i="1" dirty="0" err="1"/>
              <a:t>true</a:t>
            </a:r>
            <a:r>
              <a:rPr lang="it-IT" sz="1600" b="1" i="1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 err="1"/>
              <a:t>While</a:t>
            </a:r>
            <a:r>
              <a:rPr lang="it-IT" sz="1600" b="1" i="1" dirty="0"/>
              <a:t> (</a:t>
            </a:r>
            <a:r>
              <a:rPr lang="it-IT" sz="1600" b="1" i="1" dirty="0" err="1"/>
              <a:t>improved</a:t>
            </a:r>
            <a:r>
              <a:rPr lang="it-IT" sz="1600" b="1" i="1" dirty="0"/>
              <a:t>):</a:t>
            </a:r>
          </a:p>
          <a:p>
            <a:pPr lvl="1"/>
            <a:r>
              <a:rPr lang="it-IT" sz="1600" b="1" i="1" dirty="0" err="1"/>
              <a:t>improved</a:t>
            </a:r>
            <a:r>
              <a:rPr lang="it-IT" sz="1600" b="1" i="1" dirty="0"/>
              <a:t>=false</a:t>
            </a:r>
          </a:p>
          <a:p>
            <a:pPr lvl="1"/>
            <a:r>
              <a:rPr lang="it-IT" sz="1600" b="1" i="1" dirty="0"/>
              <a:t>per ogni coppia (</a:t>
            </a:r>
            <a:r>
              <a:rPr lang="it-IT" sz="1600" b="1" i="1" dirty="0" err="1"/>
              <a:t>i,j</a:t>
            </a:r>
            <a:r>
              <a:rPr lang="it-IT" sz="1600" b="1" i="1" dirty="0"/>
              <a:t>):</a:t>
            </a:r>
          </a:p>
          <a:p>
            <a:pPr lvl="2"/>
            <a:r>
              <a:rPr lang="it-IT" b="1" i="1" dirty="0"/>
              <a:t> genero un </a:t>
            </a:r>
            <a:r>
              <a:rPr lang="it-IT" b="1" i="1" dirty="0" err="1"/>
              <a:t>new_tour</a:t>
            </a:r>
            <a:r>
              <a:rPr lang="it-IT" b="1" i="1" dirty="0"/>
              <a:t> invertendo il segmento [</a:t>
            </a:r>
            <a:r>
              <a:rPr lang="it-IT" b="1" i="1" dirty="0" err="1"/>
              <a:t>i,j</a:t>
            </a:r>
            <a:r>
              <a:rPr lang="it-IT" b="1" i="1" dirty="0"/>
              <a:t>] #sezione prima di i, segmento [</a:t>
            </a:r>
            <a:r>
              <a:rPr lang="it-IT" b="1" i="1" dirty="0" err="1"/>
              <a:t>j,i</a:t>
            </a:r>
            <a:r>
              <a:rPr lang="it-IT" b="1" i="1" dirty="0"/>
              <a:t>], sezione dopo di j.</a:t>
            </a:r>
          </a:p>
          <a:p>
            <a:pPr lvl="2"/>
            <a:r>
              <a:rPr lang="it-IT" b="1" i="1" dirty="0" err="1"/>
              <a:t>if</a:t>
            </a:r>
            <a:r>
              <a:rPr lang="it-IT" b="1" i="1" dirty="0"/>
              <a:t>(costo (</a:t>
            </a:r>
            <a:r>
              <a:rPr lang="it-IT" b="1" i="1" dirty="0" err="1"/>
              <a:t>new_tour</a:t>
            </a:r>
            <a:r>
              <a:rPr lang="it-IT" b="1" i="1" dirty="0"/>
              <a:t>) &gt; costo (best)):</a:t>
            </a:r>
          </a:p>
          <a:p>
            <a:pPr lvl="3"/>
            <a:r>
              <a:rPr lang="it-IT" sz="1600" b="1" i="1" dirty="0"/>
              <a:t>Best=new tour</a:t>
            </a:r>
          </a:p>
          <a:p>
            <a:pPr lvl="3"/>
            <a:r>
              <a:rPr lang="it-IT" sz="1600" b="1" i="1" dirty="0" err="1"/>
              <a:t>Improved</a:t>
            </a:r>
            <a:r>
              <a:rPr lang="it-IT" sz="1600" b="1" i="1" dirty="0"/>
              <a:t>=True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i="1" dirty="0"/>
              <a:t>Return Best	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3574977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A24787-C0B1-5F5E-C156-FCF0733AF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279" y="389468"/>
            <a:ext cx="10890929" cy="1097280"/>
          </a:xfrm>
        </p:spPr>
        <p:txBody>
          <a:bodyPr/>
          <a:lstStyle/>
          <a:p>
            <a:r>
              <a:rPr lang="it-IT" dirty="0"/>
              <a:t>3. IMPLEMENTAZIONE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A9D8FA-A208-C89A-170D-A72DD1C80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987" y="1211459"/>
            <a:ext cx="5316583" cy="5338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 dirty="0"/>
              <a:t>Il progetto è stato realizzato il linguaggio Python (VS-CODE come IDE) e presenta i seguenti contenuti:  </a:t>
            </a:r>
          </a:p>
          <a:p>
            <a:r>
              <a:rPr lang="it-IT" sz="1600" dirty="0" err="1"/>
              <a:t>ampl</a:t>
            </a:r>
            <a:endParaRPr lang="it-IT" sz="1600" dirty="0"/>
          </a:p>
          <a:p>
            <a:r>
              <a:rPr lang="it-IT" sz="1600" dirty="0" err="1"/>
              <a:t>python</a:t>
            </a:r>
            <a:endParaRPr lang="it-IT" sz="1600" dirty="0"/>
          </a:p>
          <a:p>
            <a:r>
              <a:rPr lang="it-IT" sz="1600" dirty="0" err="1"/>
              <a:t>result</a:t>
            </a:r>
            <a:endParaRPr lang="it-IT" sz="1600" dirty="0"/>
          </a:p>
          <a:p>
            <a:r>
              <a:rPr lang="it-IT" sz="1600" dirty="0" err="1"/>
              <a:t>tsplib</a:t>
            </a:r>
            <a:endParaRPr lang="it-IT" sz="1600" dirty="0"/>
          </a:p>
          <a:p>
            <a:pPr marL="0" indent="0">
              <a:buNone/>
            </a:pPr>
            <a:r>
              <a:rPr lang="it-IT" sz="1600" dirty="0"/>
              <a:t>Le librerie utilizzate sono le seguenti:</a:t>
            </a:r>
          </a:p>
          <a:p>
            <a:r>
              <a:rPr lang="it-IT" sz="1600" dirty="0" err="1"/>
              <a:t>amplpy</a:t>
            </a:r>
            <a:endParaRPr lang="it-IT" sz="1600" dirty="0"/>
          </a:p>
          <a:p>
            <a:r>
              <a:rPr lang="it-IT" sz="1600" dirty="0" err="1"/>
              <a:t>NumPY</a:t>
            </a:r>
            <a:endParaRPr lang="it-IT" sz="1600" dirty="0"/>
          </a:p>
          <a:p>
            <a:r>
              <a:rPr lang="it-IT" sz="1600" dirty="0"/>
              <a:t>OS</a:t>
            </a:r>
          </a:p>
          <a:p>
            <a:r>
              <a:rPr lang="it-IT" sz="1600" dirty="0"/>
              <a:t>MATPLOTLIB</a:t>
            </a:r>
          </a:p>
          <a:p>
            <a:r>
              <a:rPr lang="it-IT" sz="1600" dirty="0"/>
              <a:t>TIME</a:t>
            </a:r>
          </a:p>
          <a:p>
            <a:r>
              <a:rPr lang="it-IT" sz="1600" dirty="0"/>
              <a:t>MATH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2536864-B99B-389F-9297-0834425F2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090" y="1211459"/>
            <a:ext cx="2069300" cy="494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2458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15E526-037B-3BCD-F7E2-76001CB6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88572"/>
            <a:ext cx="5290458" cy="1084218"/>
          </a:xfrm>
        </p:spPr>
        <p:txBody>
          <a:bodyPr>
            <a:normAutofit/>
          </a:bodyPr>
          <a:lstStyle/>
          <a:p>
            <a:r>
              <a:rPr lang="it-IT" sz="1800" dirty="0"/>
              <a:t>3.1 CARTELLA AMPL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EB6756-7C5D-9AD8-AA2B-3B1E4A0EC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1567543"/>
            <a:ext cx="2677886" cy="4632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In questa cartella troviamo 2 tipi di file:</a:t>
            </a:r>
          </a:p>
          <a:p>
            <a:r>
              <a:rPr lang="it-IT" b="1" dirty="0"/>
              <a:t>File.dat,</a:t>
            </a:r>
            <a:r>
              <a:rPr lang="it-IT" dirty="0"/>
              <a:t> ad esempio: Berlin52.dat</a:t>
            </a:r>
          </a:p>
          <a:p>
            <a:r>
              <a:rPr lang="it-IT" b="1" dirty="0"/>
              <a:t>tsp_max.mod</a:t>
            </a:r>
            <a:r>
              <a:rPr lang="it-IT" dirty="0"/>
              <a:t>: descrive la logica modello PLI utilizzato per risolvere il problema di max TSP</a:t>
            </a:r>
          </a:p>
        </p:txBody>
      </p:sp>
      <p:pic>
        <p:nvPicPr>
          <p:cNvPr id="5" name="Immagine 4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13C9A37C-B02E-8B1B-2127-775D10ED7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129" y="842116"/>
            <a:ext cx="5477643" cy="828791"/>
          </a:xfrm>
          <a:prstGeom prst="rect">
            <a:avLst/>
          </a:prstGeom>
        </p:spPr>
      </p:pic>
      <p:pic>
        <p:nvPicPr>
          <p:cNvPr id="9" name="Immagine 8" descr="Immagine che contiene testo, schermata, Carattere, software&#10;&#10;Il contenuto generato dall'IA potrebbe non essere corretto.">
            <a:extLst>
              <a:ext uri="{FF2B5EF4-FFF2-40B4-BE49-F238E27FC236}">
                <a16:creationId xmlns:a16="http://schemas.microsoft.com/office/drawing/2014/main" id="{84802618-6E85-5591-4936-F849DE16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129" y="3205166"/>
            <a:ext cx="5416705" cy="2994466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7ABD4CE-172D-0A4C-EE10-ADC7B3E3E530}"/>
              </a:ext>
            </a:extLst>
          </p:cNvPr>
          <p:cNvSpPr txBox="1"/>
          <p:nvPr/>
        </p:nvSpPr>
        <p:spPr>
          <a:xfrm>
            <a:off x="4079312" y="1649570"/>
            <a:ext cx="2160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berlin52.dat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099B86B-3E25-7E75-E8CD-24FD2DB1FB32}"/>
              </a:ext>
            </a:extLst>
          </p:cNvPr>
          <p:cNvSpPr txBox="1"/>
          <p:nvPr/>
        </p:nvSpPr>
        <p:spPr>
          <a:xfrm>
            <a:off x="3935838" y="4324095"/>
            <a:ext cx="22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tsp_max.mod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26B1621-03BE-433A-B2FE-2C58B75B0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129" y="1911180"/>
            <a:ext cx="1615580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2302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0E0062-FD5A-3173-7159-2473072CD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171304"/>
            <a:ext cx="10890929" cy="370113"/>
          </a:xfrm>
        </p:spPr>
        <p:txBody>
          <a:bodyPr>
            <a:normAutofit/>
          </a:bodyPr>
          <a:lstStyle/>
          <a:p>
            <a:r>
              <a:rPr lang="it-IT" sz="1800" dirty="0"/>
              <a:t>3.2 CARTELLA PYTHON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A83DF5-AA5C-7B32-DF52-D05A74874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645920"/>
            <a:ext cx="3948854" cy="4553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Nella cartella </a:t>
            </a:r>
            <a:r>
              <a:rPr lang="it-IT" dirty="0" err="1"/>
              <a:t>python</a:t>
            </a:r>
            <a:r>
              <a:rPr lang="it-IT" dirty="0"/>
              <a:t> abbiamo i seguenti script:</a:t>
            </a:r>
          </a:p>
          <a:p>
            <a:r>
              <a:rPr lang="it-IT" b="1" dirty="0"/>
              <a:t>tsp_to_dat.py</a:t>
            </a:r>
            <a:r>
              <a:rPr lang="it-IT" dirty="0"/>
              <a:t>: converte un file .</a:t>
            </a:r>
            <a:r>
              <a:rPr lang="it-IT" dirty="0" err="1"/>
              <a:t>tsp</a:t>
            </a:r>
            <a:r>
              <a:rPr lang="it-IT" dirty="0"/>
              <a:t> in uno .</a:t>
            </a:r>
            <a:r>
              <a:rPr lang="it-IT" dirty="0" err="1"/>
              <a:t>dat</a:t>
            </a:r>
            <a:r>
              <a:rPr lang="it-IT" dirty="0"/>
              <a:t>.</a:t>
            </a:r>
          </a:p>
          <a:p>
            <a:r>
              <a:rPr lang="it-IT" b="1" dirty="0"/>
              <a:t>heuristichs.py</a:t>
            </a:r>
            <a:r>
              <a:rPr lang="it-IT" dirty="0"/>
              <a:t>: implementa le euristiche per risolvere il TSP.</a:t>
            </a:r>
          </a:p>
          <a:p>
            <a:r>
              <a:rPr lang="it-IT" b="1" dirty="0"/>
              <a:t>experiment.py</a:t>
            </a:r>
            <a:r>
              <a:rPr lang="it-IT" dirty="0"/>
              <a:t>: calcola le soluzioni per le istanze presenti con AMPL e euristica e genera i risultati.</a:t>
            </a:r>
          </a:p>
        </p:txBody>
      </p:sp>
      <p:sp>
        <p:nvSpPr>
          <p:cNvPr id="4" name="Freccia a destra 3">
            <a:extLst>
              <a:ext uri="{FF2B5EF4-FFF2-40B4-BE49-F238E27FC236}">
                <a16:creationId xmlns:a16="http://schemas.microsoft.com/office/drawing/2014/main" id="{F3426346-7487-2A28-66EF-04D1B4E1955B}"/>
              </a:ext>
            </a:extLst>
          </p:cNvPr>
          <p:cNvSpPr/>
          <p:nvPr/>
        </p:nvSpPr>
        <p:spPr>
          <a:xfrm>
            <a:off x="4868333" y="3380910"/>
            <a:ext cx="1227666" cy="5418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66603BD-DA7E-F2AD-4F0B-9E78330E3CAF}"/>
              </a:ext>
            </a:extLst>
          </p:cNvPr>
          <p:cNvSpPr txBox="1"/>
          <p:nvPr/>
        </p:nvSpPr>
        <p:spPr>
          <a:xfrm>
            <a:off x="4682065" y="3059668"/>
            <a:ext cx="1600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pseudocodice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5DD76C6-FD46-C1D8-CDD0-D6F00350A94E}"/>
              </a:ext>
            </a:extLst>
          </p:cNvPr>
          <p:cNvSpPr txBox="1"/>
          <p:nvPr/>
        </p:nvSpPr>
        <p:spPr>
          <a:xfrm>
            <a:off x="6536263" y="1356360"/>
            <a:ext cx="51477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leggo il file .</a:t>
            </a:r>
            <a:r>
              <a:rPr lang="it-IT" sz="1400" dirty="0" err="1"/>
              <a:t>tsp</a:t>
            </a:r>
            <a:r>
              <a:rPr lang="it-IT" sz="1400" dirty="0"/>
              <a:t> #si trova nella cartella </a:t>
            </a:r>
            <a:r>
              <a:rPr lang="it-IT" sz="1400" dirty="0" err="1"/>
              <a:t>tsplib</a:t>
            </a: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estraiamo la dimensione e la matrice delle distanze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scrivo il fil.dat con parametri AMPL(nodi, costi)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062FF42-BA33-4C32-7CDC-B52B7EE3CF0B}"/>
              </a:ext>
            </a:extLst>
          </p:cNvPr>
          <p:cNvSpPr txBox="1"/>
          <p:nvPr/>
        </p:nvSpPr>
        <p:spPr>
          <a:xfrm>
            <a:off x="6536263" y="2474893"/>
            <a:ext cx="56557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F = </a:t>
            </a:r>
            <a:r>
              <a:rPr lang="it-IT" sz="1400" dirty="0" err="1"/>
              <a:t>read_tsplib</a:t>
            </a:r>
            <a:r>
              <a:rPr lang="it-IT" sz="1400" dirty="0"/>
              <a:t>("</a:t>
            </a:r>
            <a:r>
              <a:rPr lang="it-IT" sz="1400" dirty="0" err="1"/>
              <a:t>file.tsp</a:t>
            </a:r>
            <a:r>
              <a:rPr lang="it-IT" sz="1400" dirty="0"/>
              <a:t>") #legge matrice dei costi dal </a:t>
            </a:r>
            <a:r>
              <a:rPr lang="it-IT" sz="1400" dirty="0" err="1"/>
              <a:t>file.tsp</a:t>
            </a: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tour = </a:t>
            </a:r>
            <a:r>
              <a:rPr lang="it-IT" sz="1400" dirty="0" err="1"/>
              <a:t>max_diversity</a:t>
            </a:r>
            <a:r>
              <a:rPr lang="it-IT" sz="1400" dirty="0"/>
              <a:t>(F) #costrusce il tour iniziale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best_tour</a:t>
            </a:r>
            <a:r>
              <a:rPr lang="it-IT" sz="1400" dirty="0"/>
              <a:t> = </a:t>
            </a:r>
            <a:r>
              <a:rPr lang="it-IT" sz="1400" dirty="0" err="1"/>
              <a:t>two_opt</a:t>
            </a:r>
            <a:r>
              <a:rPr lang="it-IT" sz="1400" dirty="0"/>
              <a:t>(F, tour) #migliora il tour tramite tecnica 2-opt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Cost = </a:t>
            </a:r>
            <a:r>
              <a:rPr lang="it-IT" sz="1400" dirty="0" err="1"/>
              <a:t>tour_cost</a:t>
            </a:r>
            <a:r>
              <a:rPr lang="it-IT" sz="1400" dirty="0"/>
              <a:t> (F, </a:t>
            </a:r>
            <a:r>
              <a:rPr lang="it-IT" sz="1400" dirty="0" err="1"/>
              <a:t>best_tour</a:t>
            </a:r>
            <a:r>
              <a:rPr lang="it-IT" sz="1400" dirty="0"/>
              <a:t>) #calcola il costo del tour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8774814-F956-8279-F849-37975DB3F002}"/>
              </a:ext>
            </a:extLst>
          </p:cNvPr>
          <p:cNvSpPr txBox="1"/>
          <p:nvPr/>
        </p:nvSpPr>
        <p:spPr>
          <a:xfrm>
            <a:off x="6536263" y="3922776"/>
            <a:ext cx="61933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for (ogni istanza .</a:t>
            </a:r>
            <a:r>
              <a:rPr lang="it-IT" sz="1400" dirty="0" err="1"/>
              <a:t>tsp</a:t>
            </a:r>
            <a:r>
              <a:rPr lang="it-IT" sz="1400" dirty="0"/>
              <a:t> in </a:t>
            </a:r>
            <a:r>
              <a:rPr lang="it-IT" sz="1400" dirty="0" err="1"/>
              <a:t>tsplib</a:t>
            </a:r>
            <a:r>
              <a:rPr lang="it-IT" sz="1400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    </a:t>
            </a:r>
            <a:r>
              <a:rPr lang="it-IT" sz="1400" dirty="0" err="1"/>
              <a:t>if</a:t>
            </a:r>
            <a:r>
              <a:rPr lang="it-IT" sz="1400" dirty="0"/>
              <a:t> (non esiste il .</a:t>
            </a:r>
            <a:r>
              <a:rPr lang="it-IT" sz="1400" dirty="0" err="1"/>
              <a:t>dat</a:t>
            </a:r>
            <a:r>
              <a:rPr lang="it-IT" sz="1400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        </a:t>
            </a:r>
            <a:r>
              <a:rPr lang="it-IT" sz="1400" dirty="0" err="1"/>
              <a:t>tsp_to_dat</a:t>
            </a:r>
            <a:r>
              <a:rPr lang="it-IT" sz="1400" dirty="0"/>
              <a:t>(.</a:t>
            </a:r>
            <a:r>
              <a:rPr lang="it-IT" sz="1400" dirty="0" err="1"/>
              <a:t>tsp</a:t>
            </a:r>
            <a:r>
              <a:rPr lang="it-IT" sz="1400" dirty="0"/>
              <a:t>)</a:t>
            </a:r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    </a:t>
            </a:r>
            <a:r>
              <a:rPr lang="it-IT" sz="1400" dirty="0" err="1"/>
              <a:t>tour_h</a:t>
            </a:r>
            <a:r>
              <a:rPr lang="it-IT" sz="1400" dirty="0"/>
              <a:t> = </a:t>
            </a:r>
            <a:r>
              <a:rPr lang="it-IT" sz="1400" dirty="0" err="1"/>
              <a:t>two_opt</a:t>
            </a:r>
            <a:r>
              <a:rPr lang="it-IT" sz="1400" dirty="0"/>
              <a:t>(C, </a:t>
            </a:r>
            <a:r>
              <a:rPr lang="it-IT" sz="1400" dirty="0" err="1"/>
              <a:t>max_diversity</a:t>
            </a:r>
            <a:r>
              <a:rPr lang="it-IT" sz="1400" dirty="0"/>
              <a:t>(C))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    </a:t>
            </a:r>
            <a:r>
              <a:rPr lang="it-IT" sz="1400" dirty="0" err="1"/>
              <a:t>costo_h</a:t>
            </a:r>
            <a:r>
              <a:rPr lang="it-IT" sz="1400" dirty="0"/>
              <a:t> = </a:t>
            </a:r>
            <a:r>
              <a:rPr lang="it-IT" sz="1400" dirty="0" err="1"/>
              <a:t>tour_cost</a:t>
            </a:r>
            <a:r>
              <a:rPr lang="it-IT" sz="1400" dirty="0"/>
              <a:t>(C, </a:t>
            </a:r>
            <a:r>
              <a:rPr lang="it-IT" sz="1400" dirty="0" err="1"/>
              <a:t>tour_h</a:t>
            </a:r>
            <a:r>
              <a:rPr lang="it-IT" sz="1400" dirty="0"/>
              <a:t>)</a:t>
            </a:r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    </a:t>
            </a:r>
            <a:r>
              <a:rPr lang="it-IT" sz="1400" dirty="0" err="1"/>
              <a:t>costo_a</a:t>
            </a:r>
            <a:r>
              <a:rPr lang="it-IT" sz="1400" dirty="0"/>
              <a:t>, </a:t>
            </a:r>
            <a:r>
              <a:rPr lang="it-IT" sz="1400" dirty="0" err="1"/>
              <a:t>tour_a</a:t>
            </a:r>
            <a:r>
              <a:rPr lang="it-IT" sz="1400" dirty="0"/>
              <a:t> = </a:t>
            </a:r>
            <a:r>
              <a:rPr lang="it-IT" sz="1400" dirty="0" err="1"/>
              <a:t>solve_AMPL</a:t>
            </a:r>
            <a:r>
              <a:rPr lang="it-IT" sz="1400" dirty="0"/>
              <a:t>(.</a:t>
            </a:r>
            <a:r>
              <a:rPr lang="it-IT" sz="1400" dirty="0" err="1"/>
              <a:t>dat</a:t>
            </a:r>
            <a:r>
              <a:rPr lang="it-IT" sz="1400" dirty="0"/>
              <a:t>)</a:t>
            </a:r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    gap = (</a:t>
            </a:r>
            <a:r>
              <a:rPr lang="it-IT" sz="1400" dirty="0" err="1"/>
              <a:t>costo_a</a:t>
            </a:r>
            <a:r>
              <a:rPr lang="it-IT" sz="1400" dirty="0"/>
              <a:t> - </a:t>
            </a:r>
            <a:r>
              <a:rPr lang="it-IT" sz="1400" dirty="0" err="1"/>
              <a:t>costo_h</a:t>
            </a:r>
            <a:r>
              <a:rPr lang="it-IT" sz="1400" dirty="0"/>
              <a:t>) / </a:t>
            </a:r>
            <a:r>
              <a:rPr lang="it-IT" sz="1400" dirty="0" err="1"/>
              <a:t>costo_a</a:t>
            </a: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    </a:t>
            </a:r>
            <a:r>
              <a:rPr lang="it-IT" sz="1400" dirty="0" err="1"/>
              <a:t>salva_csv</a:t>
            </a:r>
            <a:r>
              <a:rPr lang="it-IT" sz="1400" dirty="0"/>
              <a:t>(costi, tempi, gap)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    </a:t>
            </a:r>
            <a:r>
              <a:rPr lang="it-IT" sz="1400" dirty="0" err="1"/>
              <a:t>plot_tours</a:t>
            </a:r>
            <a:r>
              <a:rPr lang="it-IT" sz="1400" dirty="0"/>
              <a:t>(</a:t>
            </a:r>
            <a:r>
              <a:rPr lang="it-IT" sz="1400" dirty="0" err="1"/>
              <a:t>tour_a</a:t>
            </a:r>
            <a:r>
              <a:rPr lang="it-IT" sz="1400" dirty="0"/>
              <a:t>, </a:t>
            </a:r>
            <a:r>
              <a:rPr lang="it-IT" sz="1400" dirty="0" err="1"/>
              <a:t>tour_h</a:t>
            </a:r>
            <a:r>
              <a:rPr lang="it-IT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907737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CF6BE7-9083-34E6-CB5E-8CF21ABE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159935"/>
            <a:ext cx="10890929" cy="677573"/>
          </a:xfrm>
        </p:spPr>
        <p:txBody>
          <a:bodyPr>
            <a:normAutofit/>
          </a:bodyPr>
          <a:lstStyle/>
          <a:p>
            <a:r>
              <a:rPr lang="it-IT" sz="1800" dirty="0"/>
              <a:t>3.3 FLUSSO DI LAVORO DEL PROGRAMMA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2B7A907-3078-4B18-6E9F-118EC9277E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8" y="1837508"/>
                <a:ext cx="10890928" cy="4489365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it-IT" dirty="0"/>
                  <a:t>Carico nella sottocartella </a:t>
                </a:r>
                <a:r>
                  <a:rPr lang="it-IT" b="1" dirty="0" err="1"/>
                  <a:t>tsplib</a:t>
                </a:r>
                <a:r>
                  <a:rPr lang="it-IT" dirty="0"/>
                  <a:t> l’istanza del problema.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it-IT" dirty="0"/>
                  <a:t>Tramite lo script tsp_to_dat.py trasformo le istanze .</a:t>
                </a:r>
                <a:r>
                  <a:rPr lang="it-IT" dirty="0" err="1"/>
                  <a:t>tsp</a:t>
                </a:r>
                <a:r>
                  <a:rPr lang="it-IT" dirty="0"/>
                  <a:t> in .</a:t>
                </a:r>
                <a:r>
                  <a:rPr lang="it-IT" dirty="0" err="1"/>
                  <a:t>dat</a:t>
                </a:r>
                <a:r>
                  <a:rPr lang="it-IT" dirty="0"/>
                  <a:t> compatibili con il linguaggio AMPL.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it-IT" dirty="0"/>
                  <a:t>Avvio lo script experiment.py che effettua le seguenti operazioni:</a:t>
                </a:r>
              </a:p>
              <a:p>
                <a:pPr marL="722376" lvl="1" indent="-457200">
                  <a:buFont typeface="+mj-lt"/>
                  <a:buAutoNum type="arabicPeriod"/>
                </a:pPr>
                <a:r>
                  <a:rPr lang="it-IT" dirty="0"/>
                  <a:t>Risolve l’istanza in modo approssimato tramite l’euristica presentata precedentemente (heuristchs.py). </a:t>
                </a:r>
              </a:p>
              <a:p>
                <a:pPr marL="722376" lvl="1" indent="-457200">
                  <a:buFont typeface="+mj-lt"/>
                  <a:buAutoNum type="arabicPeriod"/>
                </a:pPr>
                <a:r>
                  <a:rPr lang="it-IT" dirty="0"/>
                  <a:t>Risolve l’istanza tramite esatta PLI(con un time-out di 40 minuti) tramite libreria </a:t>
                </a:r>
                <a:r>
                  <a:rPr lang="it-IT" dirty="0" err="1"/>
                  <a:t>amplpy</a:t>
                </a:r>
                <a:r>
                  <a:rPr lang="it-IT" dirty="0"/>
                  <a:t>.</a:t>
                </a:r>
              </a:p>
              <a:p>
                <a:pPr marL="722376" lvl="1" indent="-457200">
                  <a:buFont typeface="+mj-lt"/>
                  <a:buAutoNum type="arabicPeriod"/>
                </a:pPr>
                <a:r>
                  <a:rPr lang="it-IT" dirty="0"/>
                  <a:t>Calcola prestazioni e costo computazionale in termini di peso e tempo di esecuzione.</a:t>
                </a:r>
              </a:p>
              <a:p>
                <a:pPr marL="722376" lvl="1" indent="-457200">
                  <a:buFont typeface="+mj-lt"/>
                  <a:buAutoNum type="arabicPeriod"/>
                </a:pPr>
                <a:r>
                  <a:rPr lang="it-IT" dirty="0"/>
                  <a:t>Calcola il gap come: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𝑐𝑜𝑠𝑡𝑜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𝑎𝑚𝑝𝑙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𝑐𝑜𝑠𝑡𝑜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𝑒𝑢𝑟𝑖𝑠𝑡𝑖𝑐𝑎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𝑐𝑜𝑠𝑡𝑜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𝑎𝑚𝑝𝑙</m:t>
                        </m:r>
                      </m:den>
                    </m:f>
                  </m:oMath>
                </a14:m>
                <a:r>
                  <a:rPr lang="it-IT"/>
                  <a:t>x100 e </a:t>
                </a:r>
                <a:r>
                  <a:rPr lang="it-IT" dirty="0"/>
                  <a:t>definisce il confronto tra i plot.</a:t>
                </a:r>
              </a:p>
              <a:p>
                <a:pPr marL="722376" lvl="1" indent="-457200">
                  <a:buFont typeface="+mj-lt"/>
                  <a:buAutoNum type="arabicPeriod"/>
                </a:pPr>
                <a:r>
                  <a:rPr lang="it-IT" dirty="0"/>
                  <a:t>Salva i risultati (csv e grafici) nella cartella </a:t>
                </a:r>
                <a:r>
                  <a:rPr lang="it-IT" dirty="0" err="1"/>
                  <a:t>result</a:t>
                </a:r>
                <a:r>
                  <a:rPr lang="it-IT" dirty="0"/>
                  <a:t>.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2B7A907-3078-4B18-6E9F-118EC9277E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8" y="1837508"/>
                <a:ext cx="10890928" cy="4489365"/>
              </a:xfrm>
              <a:blipFill>
                <a:blip r:embed="rId2"/>
                <a:stretch>
                  <a:fillRect l="-392" t="-1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24962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4A6244-079A-C017-359F-5F875A65C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8010" y="448492"/>
            <a:ext cx="3435533" cy="1097280"/>
          </a:xfrm>
        </p:spPr>
        <p:txBody>
          <a:bodyPr/>
          <a:lstStyle/>
          <a:p>
            <a:r>
              <a:rPr lang="it-IT" dirty="0"/>
              <a:t>4 RISULTATI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AD01E6-9E41-EB47-C076-D6B5EB2B7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471749"/>
            <a:ext cx="11125200" cy="818605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Nella seguente tabella sono riportati i risultati effettuati tramite le seguenti istanze: </a:t>
            </a:r>
            <a:r>
              <a:rPr lang="it-IT" b="1" dirty="0"/>
              <a:t>berlin52.tsp, eil101.tsp, kroA101.tsp, pr76.tsp.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1489F57C-DDF4-1DCF-E5FB-D4E8FB66A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099494"/>
              </p:ext>
            </p:extLst>
          </p:nvPr>
        </p:nvGraphicFramePr>
        <p:xfrm>
          <a:off x="694579" y="2569029"/>
          <a:ext cx="10802841" cy="37304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71703">
                  <a:extLst>
                    <a:ext uri="{9D8B030D-6E8A-4147-A177-3AD203B41FA5}">
                      <a16:colId xmlns:a16="http://schemas.microsoft.com/office/drawing/2014/main" val="2373292219"/>
                    </a:ext>
                  </a:extLst>
                </a:gridCol>
                <a:gridCol w="689280">
                  <a:extLst>
                    <a:ext uri="{9D8B030D-6E8A-4147-A177-3AD203B41FA5}">
                      <a16:colId xmlns:a16="http://schemas.microsoft.com/office/drawing/2014/main" val="1271433046"/>
                    </a:ext>
                  </a:extLst>
                </a:gridCol>
                <a:gridCol w="1241707">
                  <a:extLst>
                    <a:ext uri="{9D8B030D-6E8A-4147-A177-3AD203B41FA5}">
                      <a16:colId xmlns:a16="http://schemas.microsoft.com/office/drawing/2014/main" val="1855286883"/>
                    </a:ext>
                  </a:extLst>
                </a:gridCol>
                <a:gridCol w="1267204">
                  <a:extLst>
                    <a:ext uri="{9D8B030D-6E8A-4147-A177-3AD203B41FA5}">
                      <a16:colId xmlns:a16="http://schemas.microsoft.com/office/drawing/2014/main" val="3301892913"/>
                    </a:ext>
                  </a:extLst>
                </a:gridCol>
                <a:gridCol w="964622">
                  <a:extLst>
                    <a:ext uri="{9D8B030D-6E8A-4147-A177-3AD203B41FA5}">
                      <a16:colId xmlns:a16="http://schemas.microsoft.com/office/drawing/2014/main" val="426573098"/>
                    </a:ext>
                  </a:extLst>
                </a:gridCol>
                <a:gridCol w="1209348">
                  <a:extLst>
                    <a:ext uri="{9D8B030D-6E8A-4147-A177-3AD203B41FA5}">
                      <a16:colId xmlns:a16="http://schemas.microsoft.com/office/drawing/2014/main" val="3753028092"/>
                    </a:ext>
                  </a:extLst>
                </a:gridCol>
                <a:gridCol w="1194630">
                  <a:extLst>
                    <a:ext uri="{9D8B030D-6E8A-4147-A177-3AD203B41FA5}">
                      <a16:colId xmlns:a16="http://schemas.microsoft.com/office/drawing/2014/main" val="3637356007"/>
                    </a:ext>
                  </a:extLst>
                </a:gridCol>
                <a:gridCol w="801764">
                  <a:extLst>
                    <a:ext uri="{9D8B030D-6E8A-4147-A177-3AD203B41FA5}">
                      <a16:colId xmlns:a16="http://schemas.microsoft.com/office/drawing/2014/main" val="2254425856"/>
                    </a:ext>
                  </a:extLst>
                </a:gridCol>
                <a:gridCol w="809783">
                  <a:extLst>
                    <a:ext uri="{9D8B030D-6E8A-4147-A177-3AD203B41FA5}">
                      <a16:colId xmlns:a16="http://schemas.microsoft.com/office/drawing/2014/main" val="799965563"/>
                    </a:ext>
                  </a:extLst>
                </a:gridCol>
                <a:gridCol w="1552800">
                  <a:extLst>
                    <a:ext uri="{9D8B030D-6E8A-4147-A177-3AD203B41FA5}">
                      <a16:colId xmlns:a16="http://schemas.microsoft.com/office/drawing/2014/main" val="2335475924"/>
                    </a:ext>
                  </a:extLst>
                </a:gridCol>
              </a:tblGrid>
              <a:tr h="804727">
                <a:tc>
                  <a:txBody>
                    <a:bodyPr/>
                    <a:lstStyle/>
                    <a:p>
                      <a:r>
                        <a:rPr lang="it-IT" sz="1800" dirty="0"/>
                        <a:t>ISTANZA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NODI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dirty="0"/>
                        <a:t>COSTO</a:t>
                      </a:r>
                    </a:p>
                    <a:p>
                      <a:r>
                        <a:rPr lang="it-IT" sz="1800" dirty="0"/>
                        <a:t>AMPL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COSTO</a:t>
                      </a:r>
                    </a:p>
                    <a:p>
                      <a:r>
                        <a:rPr lang="it-IT" dirty="0"/>
                        <a:t>EURISTICA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GAP(%)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TEMPO</a:t>
                      </a:r>
                    </a:p>
                    <a:p>
                      <a:r>
                        <a:rPr lang="it-IT" dirty="0"/>
                        <a:t>AMPL(S)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TEMPO</a:t>
                      </a:r>
                    </a:p>
                    <a:p>
                      <a:r>
                        <a:rPr lang="it-IT" dirty="0"/>
                        <a:t>EURISTICA(S)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ARCHI</a:t>
                      </a:r>
                    </a:p>
                    <a:p>
                      <a:r>
                        <a:rPr lang="it-IT" dirty="0"/>
                        <a:t>AMPL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PESO</a:t>
                      </a:r>
                    </a:p>
                    <a:p>
                      <a:r>
                        <a:rPr lang="it-IT" dirty="0"/>
                        <a:t>AMPL</a:t>
                      </a:r>
                    </a:p>
                    <a:p>
                      <a:r>
                        <a:rPr lang="it-IT" dirty="0"/>
                        <a:t>(MB)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PESO EURISTICA</a:t>
                      </a:r>
                    </a:p>
                    <a:p>
                      <a:r>
                        <a:rPr lang="it-IT" dirty="0"/>
                        <a:t>(MB)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80286"/>
                  </a:ext>
                </a:extLst>
              </a:tr>
              <a:tr h="767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berlin52</a:t>
                      </a:r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39698.14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39690.16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</a:t>
                      </a:r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1067.56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0.1315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640409"/>
                  </a:ext>
                </a:extLst>
              </a:tr>
              <a:tr h="6094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eil101</a:t>
                      </a:r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4967.50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4967.31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0.0038</a:t>
                      </a:r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484.22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0.8031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0.077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186253"/>
                  </a:ext>
                </a:extLst>
              </a:tr>
              <a:tr h="767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kroA100</a:t>
                      </a:r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253178.21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253226.84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2401-</a:t>
                      </a:r>
                      <a:r>
                        <a:rPr lang="it-IT" sz="1800" dirty="0"/>
                        <a:t>LIMITE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1.0719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0.076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642178"/>
                  </a:ext>
                </a:extLst>
              </a:tr>
              <a:tr h="6094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pr76</a:t>
                      </a:r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815405.93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815641.87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-0.03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2401-</a:t>
                      </a:r>
                      <a:r>
                        <a:rPr lang="it-IT" sz="1800" dirty="0"/>
                        <a:t>LIMITE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0.3811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0.044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316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69782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0C3ADF-7FB8-4783-4210-769F7F307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788" y="728708"/>
            <a:ext cx="3360421" cy="521274"/>
          </a:xfrm>
        </p:spPr>
        <p:txBody>
          <a:bodyPr>
            <a:normAutofit fontScale="90000"/>
          </a:bodyPr>
          <a:lstStyle/>
          <a:p>
            <a:r>
              <a:rPr lang="it-IT" sz="2800" dirty="0"/>
              <a:t>PLOT A CONFRONTO</a:t>
            </a:r>
          </a:p>
        </p:txBody>
      </p:sp>
      <p:pic>
        <p:nvPicPr>
          <p:cNvPr id="4" name="Immagine 3" descr="Immagine che contiene testo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28FB660B-4188-3CB1-038E-FBFB725D3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294" y="1290586"/>
            <a:ext cx="9677411" cy="483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1817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Il contenuto generato dall'IA potrebbe non essere corretto.">
            <a:extLst>
              <a:ext uri="{FF2B5EF4-FFF2-40B4-BE49-F238E27FC236}">
                <a16:creationId xmlns:a16="http://schemas.microsoft.com/office/drawing/2014/main" id="{344176BA-6AE5-2348-CCD5-9BD51B1C4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009" y="1190624"/>
            <a:ext cx="9665981" cy="483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446641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4F32D5EF-15C0-9507-B4EB-33578203A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284" y="1196339"/>
            <a:ext cx="9837431" cy="491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174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4FE81342-6A06-79FD-DA53-A4FEBB462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54" y="1207769"/>
            <a:ext cx="9860291" cy="493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1955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5D7571-7CC9-C479-083B-FF437B059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512" y="658368"/>
            <a:ext cx="3894976" cy="1097280"/>
          </a:xfrm>
        </p:spPr>
        <p:txBody>
          <a:bodyPr/>
          <a:lstStyle/>
          <a:p>
            <a:r>
              <a:rPr lang="it-IT" dirty="0"/>
              <a:t>5 CONCLUSIONI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8E75D1-CA7D-A375-8D81-4870D89F8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1524000"/>
            <a:ext cx="10890928" cy="46163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dirty="0"/>
              <a:t>Sulla base dei risultati ottenuti possiamo trarre le seguenti conclusioni: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I costi ottenuti da AMPL e dall’euristica risultano estremamente simili in tutti i casi, con gap percentuali sempre prossimi allo 0.02% (massimo 0.03%).                                                           Per le istanze kroA100 e pr76 l’euristica ha ottenuto risultati migliori di quelli del solver entro il tempo limite generando un gap negativo.                                                                                              </a:t>
            </a:r>
            <a:r>
              <a:rPr lang="it-IT" b="1" dirty="0">
                <a:solidFill>
                  <a:srgbClr val="FF0000"/>
                </a:solidFill>
              </a:rPr>
              <a:t>Questo conferma dunque che l’euristica produce soluzioni quasi ottime (in alcuni casi migliori del modello esatto).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Dal punto di vista computazionale la differenza è notevole:</a:t>
            </a:r>
          </a:p>
          <a:p>
            <a:pPr lvl="1"/>
            <a:r>
              <a:rPr lang="it-IT" dirty="0"/>
              <a:t>il modello AMPL richiede tempi di calcolo molto elevati (fino al limite imposto a 40 minuti) per le istanze più grandi. </a:t>
            </a:r>
          </a:p>
          <a:p>
            <a:pPr lvl="1"/>
            <a:r>
              <a:rPr lang="it-IT" dirty="0"/>
              <a:t>L’euristica quasi sempre risolve lo stesso problema in meno di un secondo.                                      </a:t>
            </a:r>
            <a:r>
              <a:rPr lang="it-IT" sz="2200" b="1" dirty="0">
                <a:solidFill>
                  <a:srgbClr val="FF0000"/>
                </a:solidFill>
              </a:rPr>
              <a:t>Capiamo quindi che l’euristica è molto più performante del modello esatto in termini di    tempo di calcolo</a:t>
            </a:r>
            <a:r>
              <a:rPr lang="it-IT" sz="2200" b="1" i="1" dirty="0">
                <a:solidFill>
                  <a:srgbClr val="FF0000"/>
                </a:solidFill>
              </a:rPr>
              <a:t>.</a:t>
            </a:r>
            <a:r>
              <a:rPr lang="it-IT" sz="2200" dirty="0"/>
              <a:t>                                              </a:t>
            </a:r>
            <a:r>
              <a:rPr lang="it-IT" dirty="0"/>
              <a:t>												</a:t>
            </a:r>
            <a:endParaRPr lang="it-IT" b="1" i="1" dirty="0"/>
          </a:p>
        </p:txBody>
      </p:sp>
    </p:spTree>
    <p:extLst>
      <p:ext uri="{BB962C8B-B14F-4D97-AF65-F5344CB8AC3E}">
        <p14:creationId xmlns:p14="http://schemas.microsoft.com/office/powerpoint/2010/main" val="3173870546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790C3-8704-CCE3-BC89-214288BCF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62" y="1090469"/>
            <a:ext cx="11605846" cy="5503762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it-IT" sz="2200" dirty="0"/>
              <a:t>Analizzando il peso, notiamo che: </a:t>
            </a:r>
          </a:p>
          <a:p>
            <a:pPr lvl="1"/>
            <a:r>
              <a:rPr lang="it-IT" sz="2000" dirty="0"/>
              <a:t>Il file .</a:t>
            </a:r>
            <a:r>
              <a:rPr lang="it-IT" sz="2000" dirty="0" err="1"/>
              <a:t>dat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dirty="0"/>
              <a:t>ha dimensioni sempre superiori rispetto alla matrice euristica, ma in linea generale i modelli restano molto leggeri, </a:t>
            </a:r>
            <a:r>
              <a:rPr lang="it-IT" sz="2000" b="1" dirty="0">
                <a:solidFill>
                  <a:srgbClr val="FF0000"/>
                </a:solidFill>
              </a:rPr>
              <a:t>quindi il fattore critico non è rappresentato dalla dimensione, bensì dal tempo di risoluzione e la scalabilità del metodo esatto.</a:t>
            </a:r>
            <a:endParaRPr lang="it-IT" dirty="0"/>
          </a:p>
          <a:p>
            <a:pPr marL="457200" indent="-457200">
              <a:buFont typeface="+mj-lt"/>
              <a:buAutoNum type="arabicPeriod" startAt="4"/>
            </a:pPr>
            <a:r>
              <a:rPr lang="it-IT" dirty="0"/>
              <a:t>Un altro aspetto interessante emerge dal confronto tra le dimensioni delle istanze: </a:t>
            </a:r>
          </a:p>
          <a:p>
            <a:pPr lvl="1"/>
            <a:r>
              <a:rPr lang="it-IT" dirty="0"/>
              <a:t>pur avendo </a:t>
            </a:r>
            <a:r>
              <a:rPr lang="it-IT" b="1" dirty="0"/>
              <a:t>eil101</a:t>
            </a:r>
            <a:r>
              <a:rPr lang="it-IT" dirty="0"/>
              <a:t> 101 nodi, AMPL trova l’ottimo in circa 480 s, mentre </a:t>
            </a:r>
            <a:r>
              <a:rPr lang="it-IT" b="1" dirty="0"/>
              <a:t>kroA100</a:t>
            </a:r>
            <a:r>
              <a:rPr lang="it-IT" dirty="0"/>
              <a:t> e </a:t>
            </a:r>
            <a:r>
              <a:rPr lang="it-IT" b="1" dirty="0"/>
              <a:t>pr76</a:t>
            </a:r>
            <a:r>
              <a:rPr lang="it-IT" dirty="0"/>
              <a:t>, con numero di nodi simile o inferiore, raggiungono il limite di tempo.                                                                                                                         </a:t>
            </a:r>
            <a:r>
              <a:rPr lang="it-IT" b="1" dirty="0">
                <a:solidFill>
                  <a:srgbClr val="FF0000"/>
                </a:solidFill>
              </a:rPr>
              <a:t>Questo ci fa intuire che il tempo di risoluzione non dipende solo dal numero di nodi, ma anche dalla struttura interna dell’istanza (cioè dalla posizione dei nodi e dal comportamento del </a:t>
            </a:r>
            <a:r>
              <a:rPr lang="it-IT" b="1" dirty="0" err="1">
                <a:solidFill>
                  <a:srgbClr val="FF0000"/>
                </a:solidFill>
              </a:rPr>
              <a:t>branch</a:t>
            </a:r>
            <a:r>
              <a:rPr lang="it-IT" b="1" dirty="0">
                <a:solidFill>
                  <a:srgbClr val="FF0000"/>
                </a:solidFill>
              </a:rPr>
              <a:t>-and-</a:t>
            </a:r>
            <a:r>
              <a:rPr lang="it-IT" b="1" dirty="0" err="1">
                <a:solidFill>
                  <a:srgbClr val="FF0000"/>
                </a:solidFill>
              </a:rPr>
              <a:t>cut</a:t>
            </a:r>
            <a:r>
              <a:rPr lang="it-IT" b="1" dirty="0">
                <a:solidFill>
                  <a:srgbClr val="FF0000"/>
                </a:solidFill>
              </a:rPr>
              <a:t> del solver CBC)</a:t>
            </a:r>
          </a:p>
          <a:p>
            <a:pPr marL="0" indent="0">
              <a:buNone/>
            </a:pPr>
            <a:r>
              <a:rPr lang="it-IT" dirty="0"/>
              <a:t>Riassumendo:</a:t>
            </a:r>
          </a:p>
          <a:p>
            <a:r>
              <a:rPr lang="it-IT" b="1" dirty="0"/>
              <a:t>AMPL garantisce soluzioni ottime (l’</a:t>
            </a:r>
            <a:r>
              <a:rPr lang="it-IT" b="1" dirty="0" err="1"/>
              <a:t>ottimalità</a:t>
            </a:r>
            <a:r>
              <a:rPr lang="it-IT" b="1" dirty="0"/>
              <a:t> di AMPL non sempre garantita a causa del limite di tempo imposto), ma richiede tempi di calcolo molto elevati</a:t>
            </a:r>
          </a:p>
          <a:p>
            <a:r>
              <a:rPr lang="it-IT" b="1" dirty="0"/>
              <a:t>Euristica (Max-</a:t>
            </a:r>
            <a:r>
              <a:rPr lang="it-IT" b="1" dirty="0" err="1"/>
              <a:t>Diversity</a:t>
            </a:r>
            <a:r>
              <a:rPr lang="it-IT" b="1" dirty="0"/>
              <a:t> + 2-OPT) trova soluzioni molto vicine all’ottimo, ma con tempi di calcolo trascurabili. Essa rappresenta un compromesso ottimo quando si vuole trovare una buona soluzione in tempi trascurabili.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14311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245F2E-35A7-498C-8365-3CF931B82D8C}">
  <we:reference id="4b785c87-866c-4bad-85d8-5d1ae467ac9a" version="3.19.0.0" store="EXCatalog" storeType="EXCatalog"/>
  <we:alternateReferences>
    <we:reference id="WA104381909" version="3.19.0.0" store="it-IT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1760</Words>
  <Application>Microsoft Office PowerPoint</Application>
  <PresentationFormat>Widescreen</PresentationFormat>
  <Paragraphs>193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Aptos</vt:lpstr>
      <vt:lpstr>Arial</vt:lpstr>
      <vt:lpstr>Cambria Math</vt:lpstr>
      <vt:lpstr>Grandview Display</vt:lpstr>
      <vt:lpstr>DashVTI</vt:lpstr>
      <vt:lpstr>PROGETTO AMOD</vt:lpstr>
      <vt:lpstr>INDICE </vt:lpstr>
      <vt:lpstr>1. INTRODUZIONE</vt:lpstr>
      <vt:lpstr>Presentazione standard di PowerPoint</vt:lpstr>
      <vt:lpstr>2. METODOLOGIA</vt:lpstr>
      <vt:lpstr>Presentazione standard di PowerPoint</vt:lpstr>
      <vt:lpstr>2.2 EURISTICA (MAX DIVERSITA + 2-OPT) </vt:lpstr>
      <vt:lpstr>Dopo aver creato il tour di base possiamo andare a ottimizzarlo cercando connessioni più lunghe, per far ciò utilizziamo la tecnica 2-opt: essa consiste nel prendere 2 nodi del tour e invertire il segmento compreso tra quei due nodi andando a verificare se il costo è migliorato o meno. </vt:lpstr>
      <vt:lpstr>3. IMPLEMENTAZIONE</vt:lpstr>
      <vt:lpstr>3.1 CARTELLA AMPL</vt:lpstr>
      <vt:lpstr>3.2 CARTELLA PYTHON</vt:lpstr>
      <vt:lpstr>3.3 FLUSSO DI LAVORO DEL PROGRAMMA</vt:lpstr>
      <vt:lpstr>4 RISULTATI</vt:lpstr>
      <vt:lpstr>PLOT A CONFRONTO</vt:lpstr>
      <vt:lpstr>Presentazione standard di PowerPoint</vt:lpstr>
      <vt:lpstr>Presentazione standard di PowerPoint</vt:lpstr>
      <vt:lpstr>Presentazione standard di PowerPoint</vt:lpstr>
      <vt:lpstr>5 CONCLUSIONI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enrico barbatano</dc:creator>
  <cp:lastModifiedBy>enrico barbatano</cp:lastModifiedBy>
  <cp:revision>1</cp:revision>
  <dcterms:created xsi:type="dcterms:W3CDTF">2025-09-20T12:47:04Z</dcterms:created>
  <dcterms:modified xsi:type="dcterms:W3CDTF">2025-10-14T17:09:28Z</dcterms:modified>
</cp:coreProperties>
</file>